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tags/tag125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33" r:id="rId10"/>
  </p:sldMasterIdLst>
  <p:notesMasterIdLst>
    <p:notesMasterId r:id="rId18"/>
  </p:notesMasterIdLst>
  <p:handoutMasterIdLst>
    <p:handoutMasterId r:id="rId19"/>
  </p:handoutMasterIdLst>
  <p:sldIdLst>
    <p:sldId id="2147483250" r:id="rId11"/>
    <p:sldId id="281" r:id="rId12"/>
    <p:sldId id="2147483285" r:id="rId13"/>
    <p:sldId id="2147483286" r:id="rId14"/>
    <p:sldId id="272" r:id="rId15"/>
    <p:sldId id="2147483261" r:id="rId16"/>
    <p:sldId id="2147483266" r:id="rId17"/>
  </p:sldIdLst>
  <p:sldSz cx="12195175" cy="6858000"/>
  <p:notesSz cx="6858000" cy="9144000"/>
  <p:embeddedFontLst>
    <p:embeddedFont>
      <p:font typeface="72 Brand" panose="020B0504030603020204" pitchFamily="34" charset="0"/>
      <p:regular r:id="rId20"/>
      <p:bold r:id="rId21"/>
      <p:italic r:id="rId22"/>
      <p:boldItalic r:id="rId23"/>
    </p:embeddedFont>
    <p:embeddedFont>
      <p:font typeface="72 Brand Medium" panose="020B0504030603020204" pitchFamily="34" charset="0"/>
      <p:regular r:id="rId24"/>
      <p:italic r:id="rId25"/>
    </p:embeddedFont>
    <p:embeddedFont>
      <p:font typeface="Arial Unicode MS" panose="020B0604020202020204" pitchFamily="34" charset="-128"/>
      <p:regular r:id="rId26"/>
    </p:embeddedFont>
  </p:embeddedFontLst>
  <p:custDataLst>
    <p:tags r:id="rId27"/>
  </p:custDataLst>
  <p:defaultTextStyle>
    <a:defPPr>
      <a:defRPr lang="de-DE"/>
    </a:defPPr>
    <a:lvl1pPr marL="0" algn="l" defTabSz="1088776" rtl="0" eaLnBrk="1" latinLnBrk="0" hangingPunct="1">
      <a:defRPr lang="de-DE" sz="2100" kern="1200">
        <a:solidFill>
          <a:schemeClr val="tx1"/>
        </a:solidFill>
        <a:latin typeface="Arial"/>
        <a:ea typeface="+mn-ea"/>
        <a:cs typeface="+mn-cs"/>
      </a:defRPr>
    </a:lvl1pPr>
    <a:lvl2pPr marL="544388" algn="l" defTabSz="1088776" rtl="0" eaLnBrk="1" latinLnBrk="0" hangingPunct="1">
      <a:buClr>
        <a:srgbClr val="FDB913"/>
      </a:buClr>
      <a:buSzPct val="100000"/>
      <a:buFont typeface="wingdings"/>
      <a:buChar char=""/>
      <a:defRPr lang="de-DE" sz="2100" kern="1200">
        <a:solidFill>
          <a:schemeClr val="tx1"/>
        </a:solidFill>
        <a:latin typeface="Arial"/>
        <a:ea typeface="+mn-ea"/>
        <a:cs typeface="+mn-cs"/>
      </a:defRPr>
    </a:lvl2pPr>
    <a:lvl3pPr marL="1088776" algn="l" defTabSz="1088776" rtl="0" eaLnBrk="1" latinLnBrk="0" hangingPunct="1">
      <a:buClr>
        <a:srgbClr val="666666"/>
      </a:buClr>
      <a:buSzPct val="80000"/>
      <a:buFont typeface="Wingdings"/>
      <a:buChar char="n"/>
      <a:defRPr lang="de-DE" sz="1700" kern="1200">
        <a:solidFill>
          <a:schemeClr val="tx1"/>
        </a:solidFill>
        <a:latin typeface="Arial"/>
        <a:ea typeface="+mn-ea"/>
        <a:cs typeface="+mn-cs"/>
      </a:defRPr>
    </a:lvl3pPr>
    <a:lvl4pPr marL="1633164" algn="l" defTabSz="1088776" rtl="0" eaLnBrk="1" latinLnBrk="0" hangingPunct="1">
      <a:buClr>
        <a:srgbClr val="666666"/>
      </a:buClr>
      <a:buSzPct val="80000"/>
      <a:buFont typeface="Arial"/>
      <a:buChar char=""/>
      <a:defRPr lang="de-DE" sz="1400" kern="1200">
        <a:solidFill>
          <a:schemeClr val="tx1"/>
        </a:solidFill>
        <a:latin typeface="Arial"/>
        <a:ea typeface="+mn-ea"/>
        <a:cs typeface="+mn-cs"/>
      </a:defRPr>
    </a:lvl4pPr>
    <a:lvl5pPr marL="2177552" algn="l" defTabSz="1088776" rtl="0" eaLnBrk="1" latinLnBrk="0" hangingPunct="1">
      <a:buClr>
        <a:srgbClr val="666666"/>
      </a:buClr>
      <a:buSzPct val="80000"/>
      <a:buFont typeface="Arial"/>
      <a:buChar char=""/>
      <a:defRPr lang="de-DE" sz="1200" kern="1200">
        <a:solidFill>
          <a:schemeClr val="tx1"/>
        </a:solidFill>
        <a:latin typeface="Arial"/>
        <a:ea typeface="+mn-ea"/>
        <a:cs typeface="+mn-cs"/>
      </a:defRPr>
    </a:lvl5pPr>
    <a:lvl6pPr marL="2721940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6558F12-3A18-471D-8310-538052FE2933}">
          <p14:sldIdLst>
            <p14:sldId id="2147483250"/>
            <p14:sldId id="281"/>
            <p14:sldId id="2147483285"/>
            <p14:sldId id="2147483286"/>
            <p14:sldId id="272"/>
            <p14:sldId id="2147483261"/>
            <p14:sldId id="2147483266"/>
          </p14:sldIdLst>
        </p14:section>
      </p14:sectionLst>
    </p:ext>
    <p:ext uri="{EFAFB233-063F-42B5-8137-9DF3F51BA10A}">
      <p15:sldGuideLst xmlns:p15="http://schemas.microsoft.com/office/powerpoint/2012/main">
        <p15:guide id="2" orient="horz" pos="3294" userDrawn="1">
          <p15:clr>
            <a:srgbClr val="A4A3A4"/>
          </p15:clr>
        </p15:guide>
        <p15:guide id="3" pos="384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75DE60F-F061-9186-C55D-060D315FF4C4}" name="Feng, Carol" initials="CF" userId="S::carol.feng01@sap.com::3fc581bf-0d26-4965-807f-00fa63ae760c" providerId="AD"/>
  <p188:author id="{B6EC8343-9CFC-03A5-80FF-91AD473335E8}" name="Hughes, Jamie" initials="JH" userId="S::jamie.hughes@sap.com::36cfe3be-5d77-46c3-bb00-4a5421f3e788" providerId="AD"/>
  <p188:author id="{5770498A-2AA0-5C4E-2767-32307344AD47}" name="Meagher, Jason" initials="MJ" userId="S::jason.meagher@sap.com::8df69b86-b6d1-4eb4-ac27-953ba6154118" providerId="AD"/>
  <p188:author id="{A0D2B7AF-1744-6A17-5999-E465F81803B5}" name="Bitz, Heidi" initials="HB" userId="S::heidi.bitz@sap.com::9967a29f-0951-4f19-aaf9-5b3fc039a285" providerId="AD"/>
  <p188:author id="{63B4E3E9-1F0E-BEB1-68BB-990E46E861E2}" name="Doreen Peters | ahorn. gmbh" initials="DP" userId="S::doreen@ahorngmbh.de::0c6c1e55-9a7d-45af-ad92-0b8be940a904" providerId="AD"/>
  <p188:author id="{36CCD9F5-6E60-7A73-1DCF-5563810D4955}" name="Maguire, Erin Rose (external - Service)" initials="MS" userId="S::erin.maguire@sap.com::31cd2fe5-b7ee-43ed-a3b6-34dde073ece3" providerId="AD"/>
  <p188:author id="{C20625FD-0F39-6CE0-C5B3-6DB553A9E917}" name="Krueger, Imke (external - Service)" initials="IK" userId="S::imke.krueger@sap.com::7a718e30-7757-4c5f-a851-fb217b5d2b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D2"/>
    <a:srgbClr val="000000"/>
    <a:srgbClr val="FF8AF0"/>
    <a:srgbClr val="D1EFFF"/>
    <a:srgbClr val="89D1FF"/>
    <a:srgbClr val="A9B4BE"/>
    <a:srgbClr val="00144A"/>
    <a:srgbClr val="2CE0BF"/>
    <a:srgbClr val="016EFB"/>
    <a:srgbClr val="0027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34" autoAdjust="0"/>
    <p:restoredTop sz="94805"/>
  </p:normalViewPr>
  <p:slideViewPr>
    <p:cSldViewPr snapToGrid="0">
      <p:cViewPr varScale="1">
        <p:scale>
          <a:sx n="127" d="100"/>
          <a:sy n="127" d="100"/>
        </p:scale>
        <p:origin x="576" y="192"/>
      </p:cViewPr>
      <p:guideLst>
        <p:guide orient="horz" pos="3294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155" d="100"/>
          <a:sy n="155" d="100"/>
        </p:scale>
        <p:origin x="4848" y="19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slide" Target="slides/slide3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customXml" Target="../customXml/item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slide" Target="slides/slide6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1.xml"/><Relationship Id="rId24" Type="http://schemas.openxmlformats.org/officeDocument/2006/relationships/font" Target="fonts/font5.fntdata"/><Relationship Id="rId32" Type="http://schemas.microsoft.com/office/2018/10/relationships/authors" Target="authors.xml"/><Relationship Id="rId5" Type="http://schemas.openxmlformats.org/officeDocument/2006/relationships/customXml" Target="../customXml/item5.xml"/><Relationship Id="rId15" Type="http://schemas.openxmlformats.org/officeDocument/2006/relationships/slide" Target="slides/slide5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Master" Target="slideMasters/slideMaster1.xml"/><Relationship Id="rId19" Type="http://schemas.openxmlformats.org/officeDocument/2006/relationships/handoutMaster" Target="handoutMasters/handoutMaster1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4.xml"/><Relationship Id="rId22" Type="http://schemas.openxmlformats.org/officeDocument/2006/relationships/font" Target="fonts/font3.fntdata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47855BD9-AF71-426C-9B9B-B0E52B88852E}" type="slidenum">
              <a:rPr lang="de-DE" sz="1000" smtClean="0">
                <a:latin typeface="72 Brand" panose="020B0504030603020204" pitchFamily="34" charset="0"/>
              </a:rPr>
              <a:pPr algn="ctr"/>
              <a:t>‹#›</a:t>
            </a:fld>
            <a:endParaRPr lang="de-DE" sz="1000"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9324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7688" y="612775"/>
            <a:ext cx="5762625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9000" y="4120162"/>
            <a:ext cx="5760000" cy="45635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57512" y="8935722"/>
            <a:ext cx="942976" cy="2053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 b="0" i="0">
                <a:latin typeface="72 Brand" panose="020B0504030603020204" pitchFamily="34" charset="0"/>
              </a:defRPr>
            </a:lvl1pPr>
          </a:lstStyle>
          <a:p>
            <a:fld id="{7D8C2C35-2B8A-446E-BEC0-FD36716C29AC}" type="slidenum">
              <a:rPr lang="en-DE" smtClean="0"/>
              <a:pPr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7385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8776" rtl="0" eaLnBrk="1" latinLnBrk="0" hangingPunct="1"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1pPr>
    <a:lvl2pPr marL="180000" indent="-180000" algn="l" defTabSz="1088776" rtl="0" eaLnBrk="1" latinLnBrk="0" hangingPunct="1">
      <a:buClr>
        <a:schemeClr val="accent1"/>
      </a:buClr>
      <a:buSzPct val="100000"/>
      <a:buFont typeface="Wingdings" pitchFamily="2" charset="2"/>
      <a:buChar char=""/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2pPr>
    <a:lvl3pPr marL="360000" indent="-180000" algn="l" defTabSz="1088776" rtl="0" eaLnBrk="1" latinLnBrk="0" hangingPunct="1">
      <a:buClr>
        <a:schemeClr val="accent2"/>
      </a:buClr>
      <a:buSzPct val="80000"/>
      <a:buFont typeface="Symbol" pitchFamily="18" charset="2"/>
      <a:buChar char="-"/>
      <a:defRPr sz="12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3pPr>
    <a:lvl4pPr marL="674815" indent="-158780" algn="l" defTabSz="1088776" rtl="0" eaLnBrk="1" latinLnBrk="0" hangingPunct="1">
      <a:buClr>
        <a:schemeClr val="accent2"/>
      </a:buClr>
      <a:buFont typeface="Arial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177552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721940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B848A-B78C-B5A4-1A64-3994B2CA4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B1E38-044B-63EE-D880-04800CF36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D8AFC9-D216-370C-C4F9-43A6A556D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47500" lnSpcReduction="20000"/>
          </a:bodyPr>
          <a:lstStyle/>
          <a:p>
            <a:pPr>
              <a:defRPr/>
            </a:pPr>
            <a:r>
              <a:rPr lang="en-US" sz="1200" b="1" dirty="0">
                <a:solidFill>
                  <a:srgbClr val="1B0B6E"/>
                </a:solidFill>
                <a:latin typeface="72 Brand" panose="020B0504030603020204" pitchFamily="34" charset="0"/>
              </a:rPr>
              <a:t>Speaker Notes:</a:t>
            </a:r>
          </a:p>
          <a:p>
            <a:pPr algn="l">
              <a:buNone/>
            </a:pPr>
            <a:endParaRPr lang="en-CA" sz="2400" b="1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None/>
            </a:pPr>
            <a:r>
              <a:rPr lang="en-CA" sz="2400" b="1" i="0" u="none" strike="noStrike" dirty="0">
                <a:solidFill>
                  <a:srgbClr val="000000"/>
                </a:solidFill>
                <a:effectLst/>
              </a:rPr>
              <a:t>SAP Build is fully integrated with the SAP Business Suite, SAP Business Data Cloud, and SAP Business AI.</a:t>
            </a:r>
            <a:br>
              <a:rPr lang="en-CA" sz="2400" b="0" i="0" u="none" strike="noStrike" dirty="0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 dirty="0">
                <a:solidFill>
                  <a:srgbClr val="000000"/>
                </a:solidFill>
                <a:effectLst/>
              </a:rPr>
              <a:t>It’s how you extend the suite — with tools that understand your business context, tap into trusted data, and plug directly into your end-to-end processes. This deep integration means every app, automation, or AI agent you build is ready to run at enterprise scale from day one.</a:t>
            </a:r>
          </a:p>
          <a:p>
            <a:pPr algn="l">
              <a:buNone/>
            </a:pPr>
            <a:endParaRPr lang="en-CA" sz="2400" b="1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None/>
            </a:pPr>
            <a:r>
              <a:rPr lang="en-CA" sz="2400" b="1" i="0" u="none" strike="noStrike" dirty="0">
                <a:solidFill>
                  <a:srgbClr val="000000"/>
                </a:solidFill>
                <a:effectLst/>
              </a:rPr>
              <a:t>Extension Layer</a:t>
            </a:r>
            <a:br>
              <a:rPr lang="en-CA" sz="2400" b="0" i="0" u="none" strike="noStrike" dirty="0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 dirty="0">
                <a:solidFill>
                  <a:srgbClr val="000000"/>
                </a:solidFill>
                <a:effectLst/>
              </a:rPr>
              <a:t>SAP Build is your governed extension layer — enabling clean core development across apps, workflows, AI agents, and digital workspaces. Whether your teams are working code-first, low-code, or with embedded AI, they can build and ship up to 3x faster — without compromising standards or control.</a:t>
            </a:r>
          </a:p>
          <a:p>
            <a:pPr algn="l">
              <a:buNone/>
            </a:pPr>
            <a:endParaRPr lang="en-CA" sz="2400" b="1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None/>
            </a:pPr>
            <a:r>
              <a:rPr lang="en-CA" sz="2400" b="1" i="0" u="none" strike="noStrike" dirty="0">
                <a:solidFill>
                  <a:srgbClr val="000000"/>
                </a:solidFill>
                <a:effectLst/>
              </a:rPr>
              <a:t>Embedded AI</a:t>
            </a:r>
            <a:br>
              <a:rPr lang="en-CA" sz="2400" b="0" i="0" u="none" strike="noStrike" dirty="0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 dirty="0">
                <a:solidFill>
                  <a:srgbClr val="000000"/>
                </a:solidFill>
                <a:effectLst/>
              </a:rPr>
              <a:t>Joule for developers brings generative AI directly into the build experience. It’s powered by SAP’s proprietary models and trained on real business logic — helping teams generate secure, contextual code and logic with speed and confidence.</a:t>
            </a:r>
          </a:p>
          <a:p>
            <a:pPr algn="l"/>
            <a:endParaRPr lang="en-CA" sz="2400" b="1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r>
              <a:rPr lang="en-CA" sz="2400" b="1" i="0" u="none" strike="noStrike" dirty="0">
                <a:solidFill>
                  <a:srgbClr val="000000"/>
                </a:solidFill>
                <a:effectLst/>
              </a:rPr>
              <a:t>Pre-built Content</a:t>
            </a:r>
            <a:br>
              <a:rPr lang="en-CA" sz="2400" b="0" i="0" u="none" strike="noStrike" dirty="0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 dirty="0">
                <a:solidFill>
                  <a:srgbClr val="000000"/>
                </a:solidFill>
                <a:effectLst/>
              </a:rPr>
              <a:t>To accelerate time to value, SAP Build includes over 500 pre-built solutions spanning finance, HCM, supply chain, procurement, and more. These are enterprise-ready templates from SAP and partners — designed to be adapted, not started from scratch.</a:t>
            </a:r>
          </a:p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>
                <a:tab pos="457200" algn="l"/>
              </a:tabLst>
              <a:defRPr/>
            </a:pPr>
            <a:endParaRPr lang="en-US" sz="2400" b="0" dirty="0"/>
          </a:p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>
                <a:tab pos="457200" algn="l"/>
              </a:tabLst>
              <a:defRPr/>
            </a:pPr>
            <a:r>
              <a:rPr lang="en-US" sz="2400" b="0" dirty="0"/>
              <a:t>SAP Build is part of the </a:t>
            </a:r>
            <a:r>
              <a:rPr lang="en-US" sz="2400" b="1" dirty="0"/>
              <a:t>SAP Business Technology Platform</a:t>
            </a:r>
            <a:r>
              <a:rPr lang="en-US" sz="2400" b="0" dirty="0"/>
              <a:t>, which enables even the most complex organizations to create a fully integrated, agile foundation for developing data-driven solutions and meaningfully scaling AI.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1B964-CC56-0BD5-8106-FC6BA960E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390141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D8C2C35-2B8A-446E-BEC0-FD36716C29AC}" type="slidenum">
              <a:rPr kumimoji="0" lang="en-DE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pPr marL="0" marR="0" lvl="0" indent="0" algn="ctr" defTabSz="390141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DE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72 Brand" panose="020B0504030603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53586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4E73D-6035-F474-F13D-77D3DF99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81D09-E5C8-4D19-8C78-E27B3EE06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E21B23-F2A7-622A-870A-36853F0E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D8973-752D-8F91-89BA-9FBC981183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8C2C35-2B8A-446E-BEC0-FD36716C29AC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696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68479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85170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6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chemeClr val="bg1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6" name="object 10">
            <a:extLst>
              <a:ext uri="{FF2B5EF4-FFF2-40B4-BE49-F238E27FC236}">
                <a16:creationId xmlns:a16="http://schemas.microsoft.com/office/drawing/2014/main" id="{C6B76F5E-4398-BD16-B5D6-62F9A27FF810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293337" y="284307"/>
            <a:ext cx="1516538" cy="214363"/>
          </a:xfrm>
          <a:prstGeom prst="rect">
            <a:avLst/>
          </a:prstGeom>
        </p:spPr>
      </p:pic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lvl="0"/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9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3805DC2B-6B5F-D1FB-BFD0-EF9A7EC4DD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7" name="Grafik 6" descr="Ein Bild, das Grafiken, Screenshot, Farbigkeit, Grafikdesign enthält.&#10;&#10;KI-generierte Inhalte können fehlerhaft sein.">
            <a:extLst>
              <a:ext uri="{FF2B5EF4-FFF2-40B4-BE49-F238E27FC236}">
                <a16:creationId xmlns:a16="http://schemas.microsoft.com/office/drawing/2014/main" id="{DA354FE0-E933-A50A-AB72-1D22C950D78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26806" y="1301192"/>
            <a:ext cx="6366344" cy="36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257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81" userDrawn="1">
          <p15:clr>
            <a:srgbClr val="FBAE40"/>
          </p15:clr>
        </p15:guide>
        <p15:guide id="2" orient="horz" pos="1171" userDrawn="1">
          <p15:clr>
            <a:srgbClr val="FBAE40"/>
          </p15:clr>
        </p15:guide>
        <p15:guide id="3" orient="horz" pos="2523" userDrawn="1">
          <p15:clr>
            <a:srgbClr val="FBAE40"/>
          </p15:clr>
        </p15:guide>
        <p15:guide id="4" orient="horz" pos="2334" userDrawn="1">
          <p15:clr>
            <a:srgbClr val="FBAE40"/>
          </p15:clr>
        </p15:guide>
        <p15:guide id="5" orient="horz" pos="3022" userDrawn="1">
          <p15:clr>
            <a:srgbClr val="FBAE40"/>
          </p15:clr>
        </p15:guide>
        <p15:guide id="7" orient="horz" pos="414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rgbClr val="002A86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rgbClr val="002A86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/>
            </a:pPr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rgbClr val="002A86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50B4BD-0486-A000-F88E-89BE29A25CB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6" name="object 10">
            <a:extLst>
              <a:ext uri="{FF2B5EF4-FFF2-40B4-BE49-F238E27FC236}">
                <a16:creationId xmlns:a16="http://schemas.microsoft.com/office/drawing/2014/main" id="{92D6A363-6BEF-2C40-6B0A-34B319255EDB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293337" y="284307"/>
            <a:ext cx="1516538" cy="214362"/>
          </a:xfrm>
          <a:prstGeom prst="rect">
            <a:avLst/>
          </a:prstGeom>
        </p:spPr>
      </p:pic>
      <p:pic>
        <p:nvPicPr>
          <p:cNvPr id="7" name="Grafik 6" descr="Ein Bild, das Grafiken, Screenshot, Farbigkeit, Grafikdesign enthält.&#10;&#10;KI-generierte Inhalte können fehlerhaft sein.">
            <a:extLst>
              <a:ext uri="{FF2B5EF4-FFF2-40B4-BE49-F238E27FC236}">
                <a16:creationId xmlns:a16="http://schemas.microsoft.com/office/drawing/2014/main" id="{BA2DCB41-EB4A-3009-CBEE-99B35A1645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126806" y="1301192"/>
            <a:ext cx="6366344" cy="36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026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1">
          <p15:clr>
            <a:srgbClr val="FBAE40"/>
          </p15:clr>
        </p15:guide>
        <p15:guide id="2" orient="horz" pos="1171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3022">
          <p15:clr>
            <a:srgbClr val="FBAE40"/>
          </p15:clr>
        </p15:guide>
        <p15:guide id="7" orient="horz" pos="414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2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chemeClr val="bg1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6" name="object 10">
            <a:extLst>
              <a:ext uri="{FF2B5EF4-FFF2-40B4-BE49-F238E27FC236}">
                <a16:creationId xmlns:a16="http://schemas.microsoft.com/office/drawing/2014/main" id="{C6B76F5E-4398-BD16-B5D6-62F9A27FF810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293337" y="284307"/>
            <a:ext cx="1516538" cy="214363"/>
          </a:xfrm>
          <a:prstGeom prst="rect">
            <a:avLst/>
          </a:prstGeom>
        </p:spPr>
      </p:pic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lvl="0"/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9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3805DC2B-6B5F-D1FB-BFD0-EF9A7EC4DD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11" name="Grafik 10" descr="Ein Bild, das Kleidung, Menschliches Gesicht, Person, Screenshot enthält.&#10;&#10;KI-generierte Inhalte können fehlerhaft sein.">
            <a:extLst>
              <a:ext uri="{FF2B5EF4-FFF2-40B4-BE49-F238E27FC236}">
                <a16:creationId xmlns:a16="http://schemas.microsoft.com/office/drawing/2014/main" id="{CDF68E14-0038-7C57-0570-81320A0E7D6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445353" y="956737"/>
            <a:ext cx="7374114" cy="494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4471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81">
          <p15:clr>
            <a:srgbClr val="FBAE40"/>
          </p15:clr>
        </p15:guide>
        <p15:guide id="2" orient="horz" pos="1171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3022">
          <p15:clr>
            <a:srgbClr val="FBAE40"/>
          </p15:clr>
        </p15:guide>
        <p15:guide id="7" orient="horz" pos="414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2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rgbClr val="002A86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rgbClr val="002A86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/>
            </a:pPr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rgbClr val="002A86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6" name="object 10">
            <a:extLst>
              <a:ext uri="{FF2B5EF4-FFF2-40B4-BE49-F238E27FC236}">
                <a16:creationId xmlns:a16="http://schemas.microsoft.com/office/drawing/2014/main" id="{E06F435B-B4F2-3C3B-FF01-F2FED0B04E5B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293337" y="284307"/>
            <a:ext cx="1516538" cy="2143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C50B4BD-0486-A000-F88E-89BE29A25C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14" name="Grafik 13" descr="Ein Bild, das Menschliches Gesicht, Kleidung, Person, Screenshot enthält.&#10;&#10;KI-generierte Inhalte können fehlerhaft sein.">
            <a:extLst>
              <a:ext uri="{FF2B5EF4-FFF2-40B4-BE49-F238E27FC236}">
                <a16:creationId xmlns:a16="http://schemas.microsoft.com/office/drawing/2014/main" id="{BC94FE32-1FCE-ADF8-9FCE-0CEF75FF74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618213" y="1155471"/>
            <a:ext cx="6876985" cy="460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798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1" userDrawn="1">
          <p15:clr>
            <a:srgbClr val="FBAE40"/>
          </p15:clr>
        </p15:guide>
        <p15:guide id="2" orient="horz" pos="1171" userDrawn="1">
          <p15:clr>
            <a:srgbClr val="FBAE40"/>
          </p15:clr>
        </p15:guide>
        <p15:guide id="3" orient="horz" pos="2523" userDrawn="1">
          <p15:clr>
            <a:srgbClr val="FBAE40"/>
          </p15:clr>
        </p15:guide>
        <p15:guide id="4" orient="horz" pos="2334" userDrawn="1">
          <p15:clr>
            <a:srgbClr val="FBAE40"/>
          </p15:clr>
        </p15:guide>
        <p15:guide id="5" orient="horz" pos="3022" userDrawn="1">
          <p15:clr>
            <a:srgbClr val="FBAE40"/>
          </p15:clr>
        </p15:guide>
        <p15:guide id="7" orient="horz" pos="414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 title"/>
          <p:cNvSpPr>
            <a:spLocks noGrp="1"/>
          </p:cNvSpPr>
          <p:nvPr>
            <p:ph type="title" hasCustomPrompt="1"/>
          </p:nvPr>
        </p:nvSpPr>
        <p:spPr>
          <a:xfrm>
            <a:off x="504000" y="505380"/>
            <a:ext cx="5211000" cy="409019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8E82BE2B-69B2-5121-2AA4-8473C53F0C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000" y="1548000"/>
            <a:ext cx="6212683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Agenda Item/Divider Headline</a:t>
            </a:r>
          </a:p>
          <a:p>
            <a:pPr lvl="1"/>
            <a:r>
              <a:rPr lang="en-US"/>
              <a:t>Details</a:t>
            </a:r>
          </a:p>
        </p:txBody>
      </p:sp>
      <p:sp>
        <p:nvSpPr>
          <p:cNvPr id="11" name="Picture Placeholder 1/3 right">
            <a:extLst>
              <a:ext uri="{FF2B5EF4-FFF2-40B4-BE49-F238E27FC236}">
                <a16:creationId xmlns:a16="http://schemas.microsoft.com/office/drawing/2014/main" id="{DBDDA8C9-7B43-6F20-0BFB-64A2FA0DFD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7364186" y="0"/>
            <a:ext cx="4830989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360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1" userDrawn="1">
          <p15:clr>
            <a:srgbClr val="FBAE40"/>
          </p15:clr>
        </p15:guide>
        <p15:guide id="2" orient="horz" pos="970" userDrawn="1">
          <p15:clr>
            <a:srgbClr val="FBAE40"/>
          </p15:clr>
        </p15:guide>
        <p15:guide id="3" pos="7364" userDrawn="1">
          <p15:clr>
            <a:srgbClr val="FBAE40"/>
          </p15:clr>
        </p15:guide>
        <p15:guide id="4" orient="horz" pos="316" userDrawn="1">
          <p15:clr>
            <a:srgbClr val="FBAE40"/>
          </p15:clr>
        </p15:guide>
        <p15:guide id="5" orient="horz" pos="551" userDrawn="1">
          <p15:clr>
            <a:srgbClr val="FBAE40"/>
          </p15:clr>
        </p15:guide>
        <p15:guide id="6" orient="horz" pos="3997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age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vider text">
            <a:extLst>
              <a:ext uri="{FF2B5EF4-FFF2-40B4-BE49-F238E27FC236}">
                <a16:creationId xmlns:a16="http://schemas.microsoft.com/office/drawing/2014/main" id="{A412289E-F61C-C4C6-EF03-71EF2CFBC0E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498475" y="1579893"/>
            <a:ext cx="4695317" cy="2538986"/>
          </a:xfrm>
        </p:spPr>
        <p:txBody>
          <a:bodyPr anchor="ctr" anchorCtr="0">
            <a:noAutofit/>
          </a:bodyPr>
          <a:lstStyle>
            <a:lvl1pPr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  <p:pic>
        <p:nvPicPr>
          <p:cNvPr id="3" name="Grafik 2" descr="Ein Bild, das Screenshot, Grafiken, Farbigkeit, Electric Blue (Farbe) enthält.&#10;&#10;KI-generierte Inhalte können fehlerhaft sein.">
            <a:extLst>
              <a:ext uri="{FF2B5EF4-FFF2-40B4-BE49-F238E27FC236}">
                <a16:creationId xmlns:a16="http://schemas.microsoft.com/office/drawing/2014/main" id="{74DEEBDB-220B-FC33-E9F5-E0355E26E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852" y="2202578"/>
            <a:ext cx="5388254" cy="2183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52787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pos="736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age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 text">
            <a:extLst>
              <a:ext uri="{FF2B5EF4-FFF2-40B4-BE49-F238E27FC236}">
                <a16:creationId xmlns:a16="http://schemas.microsoft.com/office/drawing/2014/main" id="{B8E19BB8-A9B6-70B1-A41B-ECC3C44A45E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498475" y="1579893"/>
            <a:ext cx="4695317" cy="2538986"/>
          </a:xfrm>
        </p:spPr>
        <p:txBody>
          <a:bodyPr anchor="ctr" anchorCtr="0">
            <a:noAutofit/>
          </a:bodyPr>
          <a:lstStyle>
            <a:lvl1pPr>
              <a:defRPr sz="3600" b="0" i="0">
                <a:solidFill>
                  <a:srgbClr val="00144A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  <p:pic>
        <p:nvPicPr>
          <p:cNvPr id="3" name="Grafik 2" descr="Ein Bild, das Grafiken, Screenshot, Grafikdesign, Farbigkeit enthält.&#10;&#10;KI-generierte Inhalte können fehlerhaft sein.">
            <a:extLst>
              <a:ext uri="{FF2B5EF4-FFF2-40B4-BE49-F238E27FC236}">
                <a16:creationId xmlns:a16="http://schemas.microsoft.com/office/drawing/2014/main" id="{0F1D9163-0B5C-5000-AD1B-420F58612E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50152" y="1564395"/>
            <a:ext cx="4307142" cy="340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82727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pos="736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1AC856-51FB-3EF1-C20A-A4CA2C0C35E4}"/>
              </a:ext>
            </a:extLst>
          </p:cNvPr>
          <p:cNvSpPr/>
          <p:nvPr userDrawn="1"/>
        </p:nvSpPr>
        <p:spPr bwMode="gray">
          <a:xfrm>
            <a:off x="10931236" y="0"/>
            <a:ext cx="1263940" cy="6858000"/>
          </a:xfrm>
          <a:prstGeom prst="rect">
            <a:avLst/>
          </a:prstGeom>
          <a:solidFill>
            <a:srgbClr val="00144A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Quote placeholder">
            <a:extLst>
              <a:ext uri="{FF2B5EF4-FFF2-40B4-BE49-F238E27FC236}">
                <a16:creationId xmlns:a16="http://schemas.microsoft.com/office/drawing/2014/main" id="{69016EE0-15AC-8AC3-D463-DC5DC61056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16035" y="2413223"/>
            <a:ext cx="8747171" cy="2226877"/>
          </a:xfrm>
        </p:spPr>
        <p:txBody>
          <a:bodyPr anchor="ctr" anchorCtr="0"/>
          <a:lstStyle>
            <a:lvl1pPr marL="0" indent="0">
              <a:lnSpc>
                <a:spcPct val="90000"/>
              </a:lnSpc>
              <a:spcBef>
                <a:spcPts val="600"/>
              </a:spcBef>
              <a:defRPr sz="5999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  <a:lvl2pPr marL="0" indent="0">
              <a:buNone/>
              <a:defRPr sz="16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/>
              <a:t>“Quote goes here </a:t>
            </a:r>
            <a:br>
              <a:rPr lang="en-US" noProof="0" dirty="0"/>
            </a:br>
            <a:r>
              <a:rPr lang="en-US" noProof="0" dirty="0"/>
              <a:t>and here.”</a:t>
            </a:r>
          </a:p>
          <a:p>
            <a:pPr lvl="1"/>
            <a:r>
              <a:rPr lang="en-US" noProof="0" dirty="0"/>
              <a:t>Source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BF5A9396-A07D-6E06-45A1-4C3DA3FAF6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6665" r="-30972"/>
          <a:stretch>
            <a:fillRect/>
          </a:stretch>
        </p:blipFill>
        <p:spPr>
          <a:xfrm>
            <a:off x="0" y="-685863"/>
            <a:ext cx="4670474" cy="800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785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4" orient="horz" pos="1132" userDrawn="1">
          <p15:clr>
            <a:srgbClr val="FBAE40"/>
          </p15:clr>
        </p15:guide>
        <p15:guide id="5" orient="horz" pos="2682" userDrawn="1">
          <p15:clr>
            <a:srgbClr val="FBAE40"/>
          </p15:clr>
        </p15:guide>
        <p15:guide id="6" pos="736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Quote placeholder">
            <a:extLst>
              <a:ext uri="{FF2B5EF4-FFF2-40B4-BE49-F238E27FC236}">
                <a16:creationId xmlns:a16="http://schemas.microsoft.com/office/drawing/2014/main" id="{2F562D68-12E0-FC6D-5FA2-8F0F5950F2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16035" y="2413223"/>
            <a:ext cx="8747171" cy="2226877"/>
          </a:xfrm>
        </p:spPr>
        <p:txBody>
          <a:bodyPr anchor="ctr" anchorCtr="0"/>
          <a:lstStyle>
            <a:lvl1pPr marL="0" indent="0">
              <a:lnSpc>
                <a:spcPct val="90000"/>
              </a:lnSpc>
              <a:spcBef>
                <a:spcPts val="600"/>
              </a:spcBef>
              <a:defRPr sz="5999" b="0" i="0">
                <a:solidFill>
                  <a:srgbClr val="00144A"/>
                </a:solidFill>
                <a:latin typeface="72 Brand Medium" panose="020B0504030603020204" pitchFamily="34" charset="0"/>
              </a:defRPr>
            </a:lvl1pPr>
            <a:lvl2pPr marL="0" indent="0">
              <a:buNone/>
              <a:defRPr sz="1600">
                <a:solidFill>
                  <a:srgbClr val="00144A"/>
                </a:solidFill>
              </a:defRPr>
            </a:lvl2pPr>
          </a:lstStyle>
          <a:p>
            <a:pPr lvl="0"/>
            <a:r>
              <a:rPr lang="en-US" noProof="0" dirty="0"/>
              <a:t>“Quote goes here </a:t>
            </a:r>
            <a:br>
              <a:rPr lang="en-US" noProof="0" dirty="0"/>
            </a:br>
            <a:r>
              <a:rPr lang="en-US" noProof="0" dirty="0"/>
              <a:t>and here.”</a:t>
            </a:r>
          </a:p>
          <a:p>
            <a:pPr lvl="1"/>
            <a:r>
              <a:rPr lang="en-US" noProof="0" dirty="0"/>
              <a:t>Source</a:t>
            </a:r>
          </a:p>
        </p:txBody>
      </p:sp>
      <p:pic>
        <p:nvPicPr>
          <p:cNvPr id="23" name="Grafik 22" descr="Ein Bild, das Screenshot, Farbigkeit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3F193346-BE53-D607-580F-690C2CC99A7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0232"/>
          <a:stretch>
            <a:fillRect/>
          </a:stretch>
        </p:blipFill>
        <p:spPr>
          <a:xfrm>
            <a:off x="0" y="-685863"/>
            <a:ext cx="3016719" cy="800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093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4" orient="horz" pos="1132" userDrawn="1">
          <p15:clr>
            <a:srgbClr val="FBAE40"/>
          </p15:clr>
        </p15:guide>
        <p15:guide id="5" orient="horz" pos="3204" userDrawn="1">
          <p15:clr>
            <a:srgbClr val="FBAE40"/>
          </p15:clr>
        </p15:guide>
        <p15:guide id="6" pos="736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ere ideas get real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1AC856-51FB-3EF1-C20A-A4CA2C0C35E4}"/>
              </a:ext>
            </a:extLst>
          </p:cNvPr>
          <p:cNvSpPr/>
          <p:nvPr userDrawn="1"/>
        </p:nvSpPr>
        <p:spPr bwMode="gray">
          <a:xfrm>
            <a:off x="10931236" y="0"/>
            <a:ext cx="1263940" cy="6858000"/>
          </a:xfrm>
          <a:prstGeom prst="rect">
            <a:avLst/>
          </a:prstGeom>
          <a:solidFill>
            <a:srgbClr val="00144A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5" name="Grafik 4" descr="Ein Bild, das Screenshot, Grafiken, Schrift, Grafikdesign enthält.&#10;&#10;KI-generierte Inhalte können fehlerhaft sein.">
            <a:extLst>
              <a:ext uri="{FF2B5EF4-FFF2-40B4-BE49-F238E27FC236}">
                <a16:creationId xmlns:a16="http://schemas.microsoft.com/office/drawing/2014/main" id="{90EAC435-859A-AD05-9820-711E4C833E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1142" y="2106743"/>
            <a:ext cx="10172890" cy="248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9053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4" orient="horz" pos="1132" userDrawn="1">
          <p15:clr>
            <a:srgbClr val="FBAE40"/>
          </p15:clr>
        </p15:guide>
        <p15:guide id="5" orient="horz" pos="2682" userDrawn="1">
          <p15:clr>
            <a:srgbClr val="FBAE40"/>
          </p15:clr>
        </p15:guide>
        <p15:guide id="6" pos="7363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ere ideas get real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Screenshot, Grafiken, Grafikdesign, Schrift enthält.&#10;&#10;KI-generierte Inhalte können fehlerhaft sein.">
            <a:extLst>
              <a:ext uri="{FF2B5EF4-FFF2-40B4-BE49-F238E27FC236}">
                <a16:creationId xmlns:a16="http://schemas.microsoft.com/office/drawing/2014/main" id="{304D449C-317C-5DAF-ABE2-5820820214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16379" y="1324349"/>
            <a:ext cx="9162415" cy="362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673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>
          <p15:clr>
            <a:srgbClr val="FBAE40"/>
          </p15:clr>
        </p15:guide>
        <p15:guide id="4" orient="horz" pos="1132">
          <p15:clr>
            <a:srgbClr val="FBAE40"/>
          </p15:clr>
        </p15:guide>
        <p15:guide id="5" orient="horz" pos="3204">
          <p15:clr>
            <a:srgbClr val="FBAE40"/>
          </p15:clr>
        </p15:guide>
        <p15:guide id="6" pos="7363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436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pos="7364" userDrawn="1">
          <p15:clr>
            <a:srgbClr val="FBAE40"/>
          </p15:clr>
        </p15:guide>
        <p15:guide id="4" orient="horz" pos="551" userDrawn="1">
          <p15:clr>
            <a:srgbClr val="FBAE40"/>
          </p15:clr>
        </p15:guide>
        <p15:guide id="5" orient="horz" pos="399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11186477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11186476" cy="369332"/>
          </a:xfrm>
        </p:spPr>
        <p:txBody>
          <a:bodyPr/>
          <a:lstStyle>
            <a:lvl1pPr>
              <a:defRPr b="0"/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332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  <p15:guide id="3" pos="7364" userDrawn="1">
          <p15:clr>
            <a:srgbClr val="FBAE40"/>
          </p15:clr>
        </p15:guide>
        <p15:guide id="4" orient="horz" pos="318" userDrawn="1">
          <p15:clr>
            <a:srgbClr val="FBAE40"/>
          </p15:clr>
        </p15:guide>
        <p15:guide id="5" orient="horz" pos="552" userDrawn="1">
          <p15:clr>
            <a:srgbClr val="FBAE40"/>
          </p15:clr>
        </p15:guide>
        <p15:guide id="6" orient="horz" pos="97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11186477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653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">
          <p15:clr>
            <a:srgbClr val="FBAE40"/>
          </p15:clr>
        </p15:guide>
        <p15:guide id="2" orient="horz" pos="3997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97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362477" y="1548000"/>
            <a:ext cx="5328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328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481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  <p15:guide id="4" pos="3674" userDrawn="1">
          <p15:clr>
            <a:srgbClr val="FBAE40"/>
          </p15:clr>
        </p15:guide>
        <p15:guide id="5" pos="4007" userDrawn="1">
          <p15:clr>
            <a:srgbClr val="FBAE40"/>
          </p15:clr>
        </p15:guide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  <p15:guide id="8" orient="horz" pos="97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- column 3"/>
          <p:cNvSpPr>
            <a:spLocks noGrp="1"/>
          </p:cNvSpPr>
          <p:nvPr>
            <p:ph type="body" sz="quarter" idx="13" hasCustomPrompt="1"/>
          </p:nvPr>
        </p:nvSpPr>
        <p:spPr>
          <a:xfrm>
            <a:off x="8126477" y="1548000"/>
            <a:ext cx="3564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- column 2"/>
          <p:cNvSpPr>
            <a:spLocks noGrp="1"/>
          </p:cNvSpPr>
          <p:nvPr>
            <p:ph type="body" sz="quarter" idx="12" hasCustomPrompt="1"/>
          </p:nvPr>
        </p:nvSpPr>
        <p:spPr>
          <a:xfrm>
            <a:off x="4315238" y="1548000"/>
            <a:ext cx="3564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3564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1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pos="2563" userDrawn="1">
          <p15:clr>
            <a:srgbClr val="FBAE40"/>
          </p15:clr>
        </p15:guide>
        <p15:guide id="4" pos="2717" userDrawn="1">
          <p15:clr>
            <a:srgbClr val="FBAE40"/>
          </p15:clr>
        </p15:guide>
        <p15:guide id="5" pos="4964" userDrawn="1">
          <p15:clr>
            <a:srgbClr val="FBAE40"/>
          </p15:clr>
        </p15:guide>
        <p15:guide id="6" pos="5119" userDrawn="1">
          <p15:clr>
            <a:srgbClr val="FBAE40"/>
          </p15:clr>
        </p15:guide>
        <p15:guide id="7" pos="7364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  <p15:guide id="9" orient="horz" pos="974" userDrawn="1">
          <p15:clr>
            <a:srgbClr val="FBAE40"/>
          </p15:clr>
        </p15:guide>
        <p15:guide id="10" orient="horz" pos="399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6362477" y="4770000"/>
            <a:ext cx="5328000" cy="1575238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62477" y="1548000"/>
            <a:ext cx="5328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770000"/>
            <a:ext cx="5328000" cy="1575238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5328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941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4" userDrawn="1">
          <p15:clr>
            <a:srgbClr val="FBAE40"/>
          </p15:clr>
        </p15:guide>
        <p15:guide id="5" orient="horz" pos="2750" userDrawn="1">
          <p15:clr>
            <a:srgbClr val="FBAE40"/>
          </p15:clr>
        </p15:guide>
        <p15:guide id="6" orient="horz" pos="3004" userDrawn="1">
          <p15:clr>
            <a:srgbClr val="FBAE40"/>
          </p15:clr>
        </p15:guide>
        <p15:guide id="7" orient="horz" pos="3997" userDrawn="1">
          <p15:clr>
            <a:srgbClr val="FBAE40"/>
          </p15:clr>
        </p15:guide>
        <p15:guide id="8" pos="3682" userDrawn="1">
          <p15:clr>
            <a:srgbClr val="FBAE40"/>
          </p15:clr>
        </p15:guide>
        <p15:guide id="9" pos="4000" userDrawn="1">
          <p15:clr>
            <a:srgbClr val="FBAE40"/>
          </p15:clr>
        </p15:guide>
        <p15:guide id="10" pos="736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8299277" y="4354921"/>
            <a:ext cx="3391200" cy="1981079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99277" y="1548000"/>
            <a:ext cx="33912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4401639" y="4354921"/>
            <a:ext cx="3391200" cy="1981079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401639" y="1548000"/>
            <a:ext cx="33912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354921"/>
            <a:ext cx="3391200" cy="1981079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33912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675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pos="2455" userDrawn="1">
          <p15:clr>
            <a:srgbClr val="FBAE40"/>
          </p15:clr>
        </p15:guide>
        <p15:guide id="4" pos="2773" userDrawn="1">
          <p15:clr>
            <a:srgbClr val="FBAE40"/>
          </p15:clr>
        </p15:guide>
        <p15:guide id="5" pos="4910" userDrawn="1">
          <p15:clr>
            <a:srgbClr val="FBAE40"/>
          </p15:clr>
        </p15:guide>
        <p15:guide id="6" pos="5227" userDrawn="1">
          <p15:clr>
            <a:srgbClr val="FBAE40"/>
          </p15:clr>
        </p15:guide>
        <p15:guide id="7" pos="7364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  <p15:guide id="9" orient="horz" pos="970" userDrawn="1">
          <p15:clr>
            <a:srgbClr val="FBAE40"/>
          </p15:clr>
        </p15:guide>
        <p15:guide id="10" orient="horz" pos="2428" userDrawn="1">
          <p15:clr>
            <a:srgbClr val="FBAE40"/>
          </p15:clr>
        </p15:guide>
        <p15:guide id="11" orient="horz" pos="2743" userDrawn="1">
          <p15:clr>
            <a:srgbClr val="FBAE40"/>
          </p15:clr>
        </p15:guide>
        <p15:guide id="12" orient="horz" pos="39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- column 2"/>
          <p:cNvSpPr>
            <a:spLocks noGrp="1"/>
          </p:cNvSpPr>
          <p:nvPr>
            <p:ph type="body" sz="quarter" idx="13" hasCustomPrompt="1"/>
          </p:nvPr>
        </p:nvSpPr>
        <p:spPr>
          <a:xfrm>
            <a:off x="9274877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Picture Placeholder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9274877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13" name="Text placeholder - column 2"/>
          <p:cNvSpPr>
            <a:spLocks noGrp="1"/>
          </p:cNvSpPr>
          <p:nvPr>
            <p:ph type="body" sz="quarter" idx="17" hasCustomPrompt="1"/>
          </p:nvPr>
        </p:nvSpPr>
        <p:spPr>
          <a:xfrm>
            <a:off x="6351252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Picture Placeholder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351252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9" name="Text placeholder - column 2"/>
          <p:cNvSpPr>
            <a:spLocks noGrp="1"/>
          </p:cNvSpPr>
          <p:nvPr>
            <p:ph type="body" sz="quarter" idx="15" hasCustomPrompt="1"/>
          </p:nvPr>
        </p:nvSpPr>
        <p:spPr>
          <a:xfrm>
            <a:off x="3427626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27626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- column 2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59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4" userDrawn="1">
          <p15:clr>
            <a:srgbClr val="FBAE40"/>
          </p15:clr>
        </p15:guide>
        <p15:guide id="5" orient="horz" pos="2160" userDrawn="1">
          <p15:clr>
            <a:srgbClr val="FBAE40"/>
          </p15:clr>
        </p15:guide>
        <p15:guide id="6" orient="horz" pos="2442" userDrawn="1">
          <p15:clr>
            <a:srgbClr val="FBAE40"/>
          </p15:clr>
        </p15:guide>
        <p15:guide id="7" orient="horz" pos="3990" userDrawn="1">
          <p15:clr>
            <a:srgbClr val="FBAE40"/>
          </p15:clr>
        </p15:guide>
        <p15:guide id="8" pos="1840" userDrawn="1">
          <p15:clr>
            <a:srgbClr val="FBAE40"/>
          </p15:clr>
        </p15:guide>
        <p15:guide id="9" pos="2159" userDrawn="1">
          <p15:clr>
            <a:srgbClr val="FBAE40"/>
          </p15:clr>
        </p15:guide>
        <p15:guide id="10" pos="3683" userDrawn="1">
          <p15:clr>
            <a:srgbClr val="FBAE40"/>
          </p15:clr>
        </p15:guide>
        <p15:guide id="11" pos="4000" userDrawn="1">
          <p15:clr>
            <a:srgbClr val="FBAE40"/>
          </p15:clr>
        </p15:guide>
        <p15:guide id="12" pos="5525" userDrawn="1">
          <p15:clr>
            <a:srgbClr val="FBAE40"/>
          </p15:clr>
        </p15:guide>
        <p15:guide id="13" pos="5842" userDrawn="1">
          <p15:clr>
            <a:srgbClr val="FBAE40"/>
          </p15:clr>
        </p15:guide>
        <p15:guide id="14" pos="7364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with Imag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7175" y="0"/>
            <a:ext cx="4068000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999" y="1548000"/>
            <a:ext cx="7092000" cy="478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7092000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020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991" userDrawn="1">
          <p15:clr>
            <a:srgbClr val="FBAE40"/>
          </p15:clr>
        </p15:guide>
        <p15:guide id="3" pos="4786" userDrawn="1">
          <p15:clr>
            <a:srgbClr val="FBAE40"/>
          </p15:clr>
        </p15:guide>
        <p15:guide id="4" pos="5111" userDrawn="1">
          <p15:clr>
            <a:srgbClr val="FBAE40"/>
          </p15:clr>
        </p15:guide>
        <p15:guide id="5" orient="horz" pos="317" userDrawn="1">
          <p15:clr>
            <a:srgbClr val="FBAE40"/>
          </p15:clr>
        </p15:guide>
        <p15:guide id="6" orient="horz" pos="551" userDrawn="1">
          <p15:clr>
            <a:srgbClr val="FBAE40"/>
          </p15:clr>
        </p15:guide>
        <p15:guide id="7" orient="horz" pos="972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0"/>
            <a:ext cx="12195175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97911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creen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362477" y="1557338"/>
            <a:ext cx="5328000" cy="4788000"/>
          </a:xfrm>
          <a:noFill/>
        </p:spPr>
        <p:txBody>
          <a:bodyPr vert="horz" lIns="0" tIns="1512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screenshot</a:t>
            </a:r>
            <a:endParaRPr lang="de-DE"/>
          </a:p>
        </p:txBody>
      </p:sp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328000" cy="478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227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972" userDrawn="1">
          <p15:clr>
            <a:srgbClr val="FBAE40"/>
          </p15:clr>
        </p15:guide>
        <p15:guide id="3" pos="3674" userDrawn="1">
          <p15:clr>
            <a:srgbClr val="FBAE40"/>
          </p15:clr>
        </p15:guide>
        <p15:guide id="4" pos="4008" userDrawn="1">
          <p15:clr>
            <a:srgbClr val="FBAE40"/>
          </p15:clr>
        </p15:guide>
        <p15:guide id="5" pos="7364" userDrawn="1">
          <p15:clr>
            <a:srgbClr val="FBAE40"/>
          </p15:clr>
        </p15:guide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  <p15:guide id="8" orient="horz" pos="3991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4000" y="1548000"/>
            <a:ext cx="11185200" cy="4788000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098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2" userDrawn="1">
          <p15:clr>
            <a:srgbClr val="FBAE40"/>
          </p15:clr>
        </p15:guide>
        <p15:guide id="5" orient="horz" pos="3991" userDrawn="1">
          <p15:clr>
            <a:srgbClr val="FBAE40"/>
          </p15:clr>
        </p15:guide>
        <p15:guide id="6" pos="736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Screenshot, Grafiken, Farbigkeit enthält.&#10;&#10;KI-generierte Inhalte können fehlerhaft sein.">
            <a:extLst>
              <a:ext uri="{FF2B5EF4-FFF2-40B4-BE49-F238E27FC236}">
                <a16:creationId xmlns:a16="http://schemas.microsoft.com/office/drawing/2014/main" id="{6C149C7D-EDEA-E2CF-76ED-75CC189BF2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50611" y="196947"/>
            <a:ext cx="9903657" cy="5570807"/>
          </a:xfrm>
          <a:prstGeom prst="rect">
            <a:avLst/>
          </a:prstGeom>
        </p:spPr>
      </p:pic>
      <p:sp>
        <p:nvSpPr>
          <p:cNvPr id="9" name="Copyright - Dynamic" descr="{&quot;templafy&quot;:{&quot;id&quot;:&quot;27f15a2f-efbf-4b45-a883-cb50c003bc42&quot;}}">
            <a:extLst>
              <a:ext uri="{FF2B5EF4-FFF2-40B4-BE49-F238E27FC236}">
                <a16:creationId xmlns:a16="http://schemas.microsoft.com/office/drawing/2014/main" id="{EDAF1AF5-D568-20CC-6052-F655D86F5486}"/>
              </a:ext>
            </a:extLst>
          </p:cNvPr>
          <p:cNvSpPr txBox="1">
            <a:spLocks/>
          </p:cNvSpPr>
          <p:nvPr userDrawn="1"/>
        </p:nvSpPr>
        <p:spPr>
          <a:xfrm>
            <a:off x="504001" y="6536751"/>
            <a:ext cx="10155600" cy="138498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>
                <a:schemeClr val="accent1"/>
              </a:buClr>
              <a:buSzPct val="80000"/>
              <a:buFontTx/>
              <a:buNone/>
              <a:defRPr sz="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20000"/>
              <a:buFont typeface="Arial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892" indent="0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600" b="0" i="0">
                <a:solidFill>
                  <a:schemeClr val="bg1"/>
                </a:solidFill>
                <a:latin typeface="+mn-lt"/>
              </a:rPr>
              <a:t>© 2025 SAP SE or an SAP affiliate company. All rights reserved. See Legal Notice on </a:t>
            </a:r>
            <a:r>
              <a:rPr lang="en-US" sz="600" b="0" i="0" err="1">
                <a:solidFill>
                  <a:schemeClr val="bg1"/>
                </a:solidFill>
                <a:latin typeface="+mn-lt"/>
              </a:rPr>
              <a:t>www.sap.com</a:t>
            </a:r>
            <a:r>
              <a:rPr lang="en-US" sz="600" b="0" i="0">
                <a:solidFill>
                  <a:schemeClr val="bg1"/>
                </a:solidFill>
                <a:latin typeface="+mn-lt"/>
              </a:rPr>
              <a:t>/legal-notice for use terms, disclaimers, disclosures, or restrictions related to this material.</a:t>
            </a:r>
          </a:p>
        </p:txBody>
      </p:sp>
      <p:sp>
        <p:nvSpPr>
          <p:cNvPr id="3" name="Textplatzhalter 6">
            <a:extLst>
              <a:ext uri="{FF2B5EF4-FFF2-40B4-BE49-F238E27FC236}">
                <a16:creationId xmlns:a16="http://schemas.microsoft.com/office/drawing/2014/main" id="{B01F4787-EAB6-6758-FC14-3B358D0B435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8475" y="3197065"/>
            <a:ext cx="3305429" cy="1265079"/>
          </a:xfrm>
        </p:spPr>
        <p:txBody>
          <a:bodyPr/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Name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552E7F0D-A8CC-D351-94E0-B93E3F3DEA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8475" y="2907348"/>
            <a:ext cx="1971730" cy="319532"/>
          </a:xfrm>
        </p:spPr>
        <p:txBody>
          <a:bodyPr/>
          <a:lstStyle>
            <a:lvl1pPr>
              <a:defRPr lang="de-DE" sz="16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1088776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lang="de-DE"/>
              <a:t>Contact </a:t>
            </a:r>
            <a:r>
              <a:rPr lang="de-DE" err="1"/>
              <a:t>information</a:t>
            </a:r>
            <a:r>
              <a:rPr lang="de-DE"/>
              <a:t>: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F8797235-2602-508E-6B35-20DED9161D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65660" y="5990000"/>
            <a:ext cx="3506400" cy="360000"/>
          </a:xfrm>
          <a:prstGeom prst="rect">
            <a:avLst/>
          </a:prstGeom>
        </p:spPr>
      </p:pic>
      <p:pic>
        <p:nvPicPr>
          <p:cNvPr id="7" name="object 10">
            <a:extLst>
              <a:ext uri="{FF2B5EF4-FFF2-40B4-BE49-F238E27FC236}">
                <a16:creationId xmlns:a16="http://schemas.microsoft.com/office/drawing/2014/main" id="{13CDB3F7-00C7-0239-F25F-0E99260F48B2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498478" y="270676"/>
            <a:ext cx="1516531" cy="21436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F86EEA-468A-E8C1-9988-BEAB929C1879}"/>
              </a:ext>
            </a:extLst>
          </p:cNvPr>
          <p:cNvSpPr txBox="1"/>
          <p:nvPr userDrawn="1"/>
        </p:nvSpPr>
        <p:spPr>
          <a:xfrm>
            <a:off x="5335150" y="3311951"/>
            <a:ext cx="3185991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i="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17230619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7364">
          <p15:clr>
            <a:srgbClr val="FBAE40"/>
          </p15:clr>
        </p15:guide>
        <p15:guide id="2" orient="horz" pos="970">
          <p15:clr>
            <a:srgbClr val="FBAE40"/>
          </p15:clr>
        </p15:guide>
        <p15:guide id="4" orient="horz" pos="1830">
          <p15:clr>
            <a:srgbClr val="FBAE40"/>
          </p15:clr>
        </p15:guide>
        <p15:guide id="5" orient="horz" pos="4000">
          <p15:clr>
            <a:srgbClr val="FBAE40"/>
          </p15:clr>
        </p15:guide>
        <p15:guide id="6" pos="314">
          <p15:clr>
            <a:srgbClr val="FBAE40"/>
          </p15:clr>
        </p15:guide>
        <p15:guide id="8" pos="3841">
          <p15:clr>
            <a:srgbClr val="FBAE40"/>
          </p15:clr>
        </p15:guide>
        <p15:guide id="9" orient="horz" pos="31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pyright - Dynamic" descr="{&quot;templafy&quot;:{&quot;id&quot;:&quot;27f15a2f-efbf-4b45-a883-cb50c003bc42&quot;}}">
            <a:extLst>
              <a:ext uri="{FF2B5EF4-FFF2-40B4-BE49-F238E27FC236}">
                <a16:creationId xmlns:a16="http://schemas.microsoft.com/office/drawing/2014/main" id="{EDAF1AF5-D568-20CC-6052-F655D86F5486}"/>
              </a:ext>
            </a:extLst>
          </p:cNvPr>
          <p:cNvSpPr txBox="1">
            <a:spLocks/>
          </p:cNvSpPr>
          <p:nvPr userDrawn="1"/>
        </p:nvSpPr>
        <p:spPr>
          <a:xfrm>
            <a:off x="504001" y="6536751"/>
            <a:ext cx="10155600" cy="138498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>
                <a:schemeClr val="accent1"/>
              </a:buClr>
              <a:buSzPct val="80000"/>
              <a:buFontTx/>
              <a:buNone/>
              <a:defRPr sz="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20000"/>
              <a:buFont typeface="Arial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892" indent="0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600" b="0" i="0">
                <a:solidFill>
                  <a:srgbClr val="00144A"/>
                </a:solidFill>
                <a:latin typeface="+mn-lt"/>
              </a:rPr>
              <a:t>© 2025 SAP SE or an SAP affiliate company. All rights reserved. See Legal Notice on </a:t>
            </a:r>
            <a:r>
              <a:rPr lang="en-US" sz="600" b="0" i="0" err="1">
                <a:solidFill>
                  <a:srgbClr val="00144A"/>
                </a:solidFill>
                <a:latin typeface="+mn-lt"/>
              </a:rPr>
              <a:t>www.sap.com</a:t>
            </a:r>
            <a:r>
              <a:rPr lang="en-US" sz="600" b="0" i="0">
                <a:solidFill>
                  <a:srgbClr val="00144A"/>
                </a:solidFill>
                <a:latin typeface="+mn-lt"/>
              </a:rPr>
              <a:t>/legal-notice for use terms, disclaimers, disclosures, or restrictions related to this material.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092FCA68-7DA8-8A95-904C-BC4FE65858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8475" y="3197065"/>
            <a:ext cx="3305429" cy="1265079"/>
          </a:xfrm>
        </p:spPr>
        <p:txBody>
          <a:bodyPr/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rgbClr val="002A86"/>
                </a:solidFill>
              </a:defRPr>
            </a:lvl1pPr>
          </a:lstStyle>
          <a:p>
            <a:pPr lvl="0"/>
            <a:r>
              <a:rPr lang="de-DE"/>
              <a:t>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5640DA-8699-0ACF-0E7E-02C3C53F5C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8475" y="2907348"/>
            <a:ext cx="1971730" cy="319532"/>
          </a:xfrm>
        </p:spPr>
        <p:txBody>
          <a:bodyPr/>
          <a:lstStyle>
            <a:lvl1pPr>
              <a:defRPr lang="de-DE" sz="1600" b="0" i="0" kern="1200" dirty="0">
                <a:solidFill>
                  <a:srgbClr val="002A86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1088776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lang="de-DE"/>
              <a:t>Contact </a:t>
            </a:r>
            <a:r>
              <a:rPr lang="de-DE" err="1"/>
              <a:t>information</a:t>
            </a:r>
            <a:r>
              <a:rPr lang="de-DE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325E92-A092-A296-1447-24BF65F53C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5659" y="5990000"/>
            <a:ext cx="3506403" cy="360000"/>
          </a:xfrm>
          <a:prstGeom prst="rect">
            <a:avLst/>
          </a:prstGeom>
        </p:spPr>
      </p:pic>
      <p:pic>
        <p:nvPicPr>
          <p:cNvPr id="2" name="object 10">
            <a:extLst>
              <a:ext uri="{FF2B5EF4-FFF2-40B4-BE49-F238E27FC236}">
                <a16:creationId xmlns:a16="http://schemas.microsoft.com/office/drawing/2014/main" id="{ED80F4D0-39E0-3001-D857-22E184EE8430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498475" y="270676"/>
            <a:ext cx="1516538" cy="2143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8B9B42-EDE1-7CEF-B9DE-167E9A24E95C}"/>
              </a:ext>
            </a:extLst>
          </p:cNvPr>
          <p:cNvSpPr txBox="1"/>
          <p:nvPr userDrawn="1"/>
        </p:nvSpPr>
        <p:spPr>
          <a:xfrm>
            <a:off x="5335150" y="3311951"/>
            <a:ext cx="3185991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i="0" kern="0">
                <a:solidFill>
                  <a:srgbClr val="00144A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Thank you!</a:t>
            </a:r>
          </a:p>
        </p:txBody>
      </p:sp>
      <p:pic>
        <p:nvPicPr>
          <p:cNvPr id="4" name="Grafik 3" descr="Ein Bild, das Screenshot, Grafiken, Farbigkeit enthält.&#10;&#10;KI-generierte Inhalte können fehlerhaft sein.">
            <a:extLst>
              <a:ext uri="{FF2B5EF4-FFF2-40B4-BE49-F238E27FC236}">
                <a16:creationId xmlns:a16="http://schemas.microsoft.com/office/drawing/2014/main" id="{4FB77C3D-C803-A0A6-A0C2-0A302AF0A3F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50611" y="196947"/>
            <a:ext cx="9903657" cy="557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61797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7364">
          <p15:clr>
            <a:srgbClr val="FBAE40"/>
          </p15:clr>
        </p15:guide>
        <p15:guide id="2" orient="horz" pos="970">
          <p15:clr>
            <a:srgbClr val="FBAE40"/>
          </p15:clr>
        </p15:guide>
        <p15:guide id="4" orient="horz" pos="1830">
          <p15:clr>
            <a:srgbClr val="FBAE40"/>
          </p15:clr>
        </p15:guide>
        <p15:guide id="5" orient="horz" pos="4000">
          <p15:clr>
            <a:srgbClr val="FBAE40"/>
          </p15:clr>
        </p15:guide>
        <p15:guide id="6" pos="314">
          <p15:clr>
            <a:srgbClr val="FBAE40"/>
          </p15:clr>
        </p15:guide>
        <p15:guide id="8" pos="3841">
          <p15:clr>
            <a:srgbClr val="FBAE40"/>
          </p15:clr>
        </p15:guide>
        <p15:guide id="9" orient="horz" pos="31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17" Type="http://schemas.openxmlformats.org/officeDocument/2006/relationships/tags" Target="../tags/tag92.xml"/><Relationship Id="rId21" Type="http://schemas.openxmlformats.org/officeDocument/2006/relationships/slideLayout" Target="../slideLayouts/slideLayout21.xml"/><Relationship Id="rId42" Type="http://schemas.openxmlformats.org/officeDocument/2006/relationships/tags" Target="../tags/tag17.xml"/><Relationship Id="rId63" Type="http://schemas.openxmlformats.org/officeDocument/2006/relationships/tags" Target="../tags/tag38.xml"/><Relationship Id="rId84" Type="http://schemas.openxmlformats.org/officeDocument/2006/relationships/tags" Target="../tags/tag59.xml"/><Relationship Id="rId138" Type="http://schemas.openxmlformats.org/officeDocument/2006/relationships/tags" Target="../tags/tag113.xml"/><Relationship Id="rId107" Type="http://schemas.openxmlformats.org/officeDocument/2006/relationships/tags" Target="../tags/tag82.xml"/><Relationship Id="rId11" Type="http://schemas.openxmlformats.org/officeDocument/2006/relationships/slideLayout" Target="../slideLayouts/slideLayout11.xml"/><Relationship Id="rId32" Type="http://schemas.openxmlformats.org/officeDocument/2006/relationships/tags" Target="../tags/tag7.xml"/><Relationship Id="rId53" Type="http://schemas.openxmlformats.org/officeDocument/2006/relationships/tags" Target="../tags/tag28.xml"/><Relationship Id="rId74" Type="http://schemas.openxmlformats.org/officeDocument/2006/relationships/tags" Target="../tags/tag49.xml"/><Relationship Id="rId128" Type="http://schemas.openxmlformats.org/officeDocument/2006/relationships/tags" Target="../tags/tag103.xml"/><Relationship Id="rId149" Type="http://schemas.openxmlformats.org/officeDocument/2006/relationships/tags" Target="../tags/tag124.xml"/><Relationship Id="rId5" Type="http://schemas.openxmlformats.org/officeDocument/2006/relationships/slideLayout" Target="../slideLayouts/slideLayout5.xml"/><Relationship Id="rId95" Type="http://schemas.openxmlformats.org/officeDocument/2006/relationships/tags" Target="../tags/tag70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43" Type="http://schemas.openxmlformats.org/officeDocument/2006/relationships/tags" Target="../tags/tag18.xml"/><Relationship Id="rId48" Type="http://schemas.openxmlformats.org/officeDocument/2006/relationships/tags" Target="../tags/tag23.xml"/><Relationship Id="rId64" Type="http://schemas.openxmlformats.org/officeDocument/2006/relationships/tags" Target="../tags/tag39.xml"/><Relationship Id="rId69" Type="http://schemas.openxmlformats.org/officeDocument/2006/relationships/tags" Target="../tags/tag44.xml"/><Relationship Id="rId113" Type="http://schemas.openxmlformats.org/officeDocument/2006/relationships/tags" Target="../tags/tag88.xml"/><Relationship Id="rId118" Type="http://schemas.openxmlformats.org/officeDocument/2006/relationships/tags" Target="../tags/tag93.xml"/><Relationship Id="rId134" Type="http://schemas.openxmlformats.org/officeDocument/2006/relationships/tags" Target="../tags/tag109.xml"/><Relationship Id="rId139" Type="http://schemas.openxmlformats.org/officeDocument/2006/relationships/tags" Target="../tags/tag114.xml"/><Relationship Id="rId80" Type="http://schemas.openxmlformats.org/officeDocument/2006/relationships/tags" Target="../tags/tag55.xml"/><Relationship Id="rId85" Type="http://schemas.openxmlformats.org/officeDocument/2006/relationships/tags" Target="../tags/tag60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tags" Target="../tags/tag8.xml"/><Relationship Id="rId38" Type="http://schemas.openxmlformats.org/officeDocument/2006/relationships/tags" Target="../tags/tag13.xml"/><Relationship Id="rId59" Type="http://schemas.openxmlformats.org/officeDocument/2006/relationships/tags" Target="../tags/tag34.xml"/><Relationship Id="rId103" Type="http://schemas.openxmlformats.org/officeDocument/2006/relationships/tags" Target="../tags/tag78.xml"/><Relationship Id="rId108" Type="http://schemas.openxmlformats.org/officeDocument/2006/relationships/tags" Target="../tags/tag83.xml"/><Relationship Id="rId124" Type="http://schemas.openxmlformats.org/officeDocument/2006/relationships/tags" Target="../tags/tag99.xml"/><Relationship Id="rId129" Type="http://schemas.openxmlformats.org/officeDocument/2006/relationships/tags" Target="../tags/tag104.xml"/><Relationship Id="rId54" Type="http://schemas.openxmlformats.org/officeDocument/2006/relationships/tags" Target="../tags/tag29.xml"/><Relationship Id="rId70" Type="http://schemas.openxmlformats.org/officeDocument/2006/relationships/tags" Target="../tags/tag45.xml"/><Relationship Id="rId75" Type="http://schemas.openxmlformats.org/officeDocument/2006/relationships/tags" Target="../tags/tag50.xml"/><Relationship Id="rId91" Type="http://schemas.openxmlformats.org/officeDocument/2006/relationships/tags" Target="../tags/tag66.xml"/><Relationship Id="rId96" Type="http://schemas.openxmlformats.org/officeDocument/2006/relationships/tags" Target="../tags/tag71.xml"/><Relationship Id="rId140" Type="http://schemas.openxmlformats.org/officeDocument/2006/relationships/tags" Target="../tags/tag115.xml"/><Relationship Id="rId145" Type="http://schemas.openxmlformats.org/officeDocument/2006/relationships/tags" Target="../tags/tag1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3.xml"/><Relationship Id="rId49" Type="http://schemas.openxmlformats.org/officeDocument/2006/relationships/tags" Target="../tags/tag24.xml"/><Relationship Id="rId114" Type="http://schemas.openxmlformats.org/officeDocument/2006/relationships/tags" Target="../tags/tag89.xml"/><Relationship Id="rId119" Type="http://schemas.openxmlformats.org/officeDocument/2006/relationships/tags" Target="../tags/tag94.xml"/><Relationship Id="rId44" Type="http://schemas.openxmlformats.org/officeDocument/2006/relationships/tags" Target="../tags/tag19.xml"/><Relationship Id="rId60" Type="http://schemas.openxmlformats.org/officeDocument/2006/relationships/tags" Target="../tags/tag35.xml"/><Relationship Id="rId65" Type="http://schemas.openxmlformats.org/officeDocument/2006/relationships/tags" Target="../tags/tag40.xml"/><Relationship Id="rId81" Type="http://schemas.openxmlformats.org/officeDocument/2006/relationships/tags" Target="../tags/tag56.xml"/><Relationship Id="rId86" Type="http://schemas.openxmlformats.org/officeDocument/2006/relationships/tags" Target="../tags/tag61.xml"/><Relationship Id="rId130" Type="http://schemas.openxmlformats.org/officeDocument/2006/relationships/tags" Target="../tags/tag105.xml"/><Relationship Id="rId135" Type="http://schemas.openxmlformats.org/officeDocument/2006/relationships/tags" Target="../tags/tag110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tags" Target="../tags/tag14.xml"/><Relationship Id="rId109" Type="http://schemas.openxmlformats.org/officeDocument/2006/relationships/tags" Target="../tags/tag84.xml"/><Relationship Id="rId34" Type="http://schemas.openxmlformats.org/officeDocument/2006/relationships/tags" Target="../tags/tag9.xml"/><Relationship Id="rId50" Type="http://schemas.openxmlformats.org/officeDocument/2006/relationships/tags" Target="../tags/tag25.xml"/><Relationship Id="rId55" Type="http://schemas.openxmlformats.org/officeDocument/2006/relationships/tags" Target="../tags/tag30.xml"/><Relationship Id="rId76" Type="http://schemas.openxmlformats.org/officeDocument/2006/relationships/tags" Target="../tags/tag51.xml"/><Relationship Id="rId97" Type="http://schemas.openxmlformats.org/officeDocument/2006/relationships/tags" Target="../tags/tag72.xml"/><Relationship Id="rId104" Type="http://schemas.openxmlformats.org/officeDocument/2006/relationships/tags" Target="../tags/tag79.xml"/><Relationship Id="rId120" Type="http://schemas.openxmlformats.org/officeDocument/2006/relationships/tags" Target="../tags/tag95.xml"/><Relationship Id="rId125" Type="http://schemas.openxmlformats.org/officeDocument/2006/relationships/tags" Target="../tags/tag100.xml"/><Relationship Id="rId141" Type="http://schemas.openxmlformats.org/officeDocument/2006/relationships/tags" Target="../tags/tag116.xml"/><Relationship Id="rId146" Type="http://schemas.openxmlformats.org/officeDocument/2006/relationships/tags" Target="../tags/tag121.xml"/><Relationship Id="rId7" Type="http://schemas.openxmlformats.org/officeDocument/2006/relationships/slideLayout" Target="../slideLayouts/slideLayout7.xml"/><Relationship Id="rId71" Type="http://schemas.openxmlformats.org/officeDocument/2006/relationships/tags" Target="../tags/tag46.xml"/><Relationship Id="rId92" Type="http://schemas.openxmlformats.org/officeDocument/2006/relationships/tags" Target="../tags/tag67.xml"/><Relationship Id="rId2" Type="http://schemas.openxmlformats.org/officeDocument/2006/relationships/slideLayout" Target="../slideLayouts/slideLayout2.xml"/><Relationship Id="rId29" Type="http://schemas.openxmlformats.org/officeDocument/2006/relationships/tags" Target="../tags/tag4.xml"/><Relationship Id="rId24" Type="http://schemas.openxmlformats.org/officeDocument/2006/relationships/slideLayout" Target="../slideLayouts/slideLayout24.xml"/><Relationship Id="rId40" Type="http://schemas.openxmlformats.org/officeDocument/2006/relationships/tags" Target="../tags/tag15.xml"/><Relationship Id="rId45" Type="http://schemas.openxmlformats.org/officeDocument/2006/relationships/tags" Target="../tags/tag20.xml"/><Relationship Id="rId66" Type="http://schemas.openxmlformats.org/officeDocument/2006/relationships/tags" Target="../tags/tag41.xml"/><Relationship Id="rId87" Type="http://schemas.openxmlformats.org/officeDocument/2006/relationships/tags" Target="../tags/tag62.xml"/><Relationship Id="rId110" Type="http://schemas.openxmlformats.org/officeDocument/2006/relationships/tags" Target="../tags/tag85.xml"/><Relationship Id="rId115" Type="http://schemas.openxmlformats.org/officeDocument/2006/relationships/tags" Target="../tags/tag90.xml"/><Relationship Id="rId131" Type="http://schemas.openxmlformats.org/officeDocument/2006/relationships/tags" Target="../tags/tag106.xml"/><Relationship Id="rId136" Type="http://schemas.openxmlformats.org/officeDocument/2006/relationships/tags" Target="../tags/tag111.xml"/><Relationship Id="rId61" Type="http://schemas.openxmlformats.org/officeDocument/2006/relationships/tags" Target="../tags/tag36.xml"/><Relationship Id="rId82" Type="http://schemas.openxmlformats.org/officeDocument/2006/relationships/tags" Target="../tags/tag57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tags" Target="../tags/tag5.xml"/><Relationship Id="rId35" Type="http://schemas.openxmlformats.org/officeDocument/2006/relationships/tags" Target="../tags/tag10.xml"/><Relationship Id="rId56" Type="http://schemas.openxmlformats.org/officeDocument/2006/relationships/tags" Target="../tags/tag31.xml"/><Relationship Id="rId77" Type="http://schemas.openxmlformats.org/officeDocument/2006/relationships/tags" Target="../tags/tag52.xml"/><Relationship Id="rId100" Type="http://schemas.openxmlformats.org/officeDocument/2006/relationships/tags" Target="../tags/tag75.xml"/><Relationship Id="rId105" Type="http://schemas.openxmlformats.org/officeDocument/2006/relationships/tags" Target="../tags/tag80.xml"/><Relationship Id="rId126" Type="http://schemas.openxmlformats.org/officeDocument/2006/relationships/tags" Target="../tags/tag101.xml"/><Relationship Id="rId147" Type="http://schemas.openxmlformats.org/officeDocument/2006/relationships/tags" Target="../tags/tag122.xml"/><Relationship Id="rId8" Type="http://schemas.openxmlformats.org/officeDocument/2006/relationships/slideLayout" Target="../slideLayouts/slideLayout8.xml"/><Relationship Id="rId51" Type="http://schemas.openxmlformats.org/officeDocument/2006/relationships/tags" Target="../tags/tag26.xml"/><Relationship Id="rId72" Type="http://schemas.openxmlformats.org/officeDocument/2006/relationships/tags" Target="../tags/tag47.xml"/><Relationship Id="rId93" Type="http://schemas.openxmlformats.org/officeDocument/2006/relationships/tags" Target="../tags/tag68.xml"/><Relationship Id="rId98" Type="http://schemas.openxmlformats.org/officeDocument/2006/relationships/tags" Target="../tags/tag73.xml"/><Relationship Id="rId121" Type="http://schemas.openxmlformats.org/officeDocument/2006/relationships/tags" Target="../tags/tag96.xml"/><Relationship Id="rId142" Type="http://schemas.openxmlformats.org/officeDocument/2006/relationships/tags" Target="../tags/tag117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tags" Target="../tags/tag21.xml"/><Relationship Id="rId67" Type="http://schemas.openxmlformats.org/officeDocument/2006/relationships/tags" Target="../tags/tag42.xml"/><Relationship Id="rId116" Type="http://schemas.openxmlformats.org/officeDocument/2006/relationships/tags" Target="../tags/tag91.xml"/><Relationship Id="rId137" Type="http://schemas.openxmlformats.org/officeDocument/2006/relationships/tags" Target="../tags/tag112.xml"/><Relationship Id="rId20" Type="http://schemas.openxmlformats.org/officeDocument/2006/relationships/slideLayout" Target="../slideLayouts/slideLayout20.xml"/><Relationship Id="rId41" Type="http://schemas.openxmlformats.org/officeDocument/2006/relationships/tags" Target="../tags/tag16.xml"/><Relationship Id="rId62" Type="http://schemas.openxmlformats.org/officeDocument/2006/relationships/tags" Target="../tags/tag37.xml"/><Relationship Id="rId83" Type="http://schemas.openxmlformats.org/officeDocument/2006/relationships/tags" Target="../tags/tag58.xml"/><Relationship Id="rId88" Type="http://schemas.openxmlformats.org/officeDocument/2006/relationships/tags" Target="../tags/tag63.xml"/><Relationship Id="rId111" Type="http://schemas.openxmlformats.org/officeDocument/2006/relationships/tags" Target="../tags/tag86.xml"/><Relationship Id="rId132" Type="http://schemas.openxmlformats.org/officeDocument/2006/relationships/tags" Target="../tags/tag107.xml"/><Relationship Id="rId15" Type="http://schemas.openxmlformats.org/officeDocument/2006/relationships/slideLayout" Target="../slideLayouts/slideLayout15.xml"/><Relationship Id="rId36" Type="http://schemas.openxmlformats.org/officeDocument/2006/relationships/tags" Target="../tags/tag11.xml"/><Relationship Id="rId57" Type="http://schemas.openxmlformats.org/officeDocument/2006/relationships/tags" Target="../tags/tag32.xml"/><Relationship Id="rId106" Type="http://schemas.openxmlformats.org/officeDocument/2006/relationships/tags" Target="../tags/tag81.xml"/><Relationship Id="rId127" Type="http://schemas.openxmlformats.org/officeDocument/2006/relationships/tags" Target="../tags/tag102.xml"/><Relationship Id="rId10" Type="http://schemas.openxmlformats.org/officeDocument/2006/relationships/slideLayout" Target="../slideLayouts/slideLayout10.xml"/><Relationship Id="rId31" Type="http://schemas.openxmlformats.org/officeDocument/2006/relationships/tags" Target="../tags/tag6.xml"/><Relationship Id="rId52" Type="http://schemas.openxmlformats.org/officeDocument/2006/relationships/tags" Target="../tags/tag27.xml"/><Relationship Id="rId73" Type="http://schemas.openxmlformats.org/officeDocument/2006/relationships/tags" Target="../tags/tag48.xml"/><Relationship Id="rId78" Type="http://schemas.openxmlformats.org/officeDocument/2006/relationships/tags" Target="../tags/tag53.xml"/><Relationship Id="rId94" Type="http://schemas.openxmlformats.org/officeDocument/2006/relationships/tags" Target="../tags/tag69.xml"/><Relationship Id="rId99" Type="http://schemas.openxmlformats.org/officeDocument/2006/relationships/tags" Target="../tags/tag74.xml"/><Relationship Id="rId101" Type="http://schemas.openxmlformats.org/officeDocument/2006/relationships/tags" Target="../tags/tag76.xml"/><Relationship Id="rId122" Type="http://schemas.openxmlformats.org/officeDocument/2006/relationships/tags" Target="../tags/tag97.xml"/><Relationship Id="rId143" Type="http://schemas.openxmlformats.org/officeDocument/2006/relationships/tags" Target="../tags/tag118.xml"/><Relationship Id="rId148" Type="http://schemas.openxmlformats.org/officeDocument/2006/relationships/tags" Target="../tags/tag12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47" Type="http://schemas.openxmlformats.org/officeDocument/2006/relationships/tags" Target="../tags/tag22.xml"/><Relationship Id="rId68" Type="http://schemas.openxmlformats.org/officeDocument/2006/relationships/tags" Target="../tags/tag43.xml"/><Relationship Id="rId89" Type="http://schemas.openxmlformats.org/officeDocument/2006/relationships/tags" Target="../tags/tag64.xml"/><Relationship Id="rId112" Type="http://schemas.openxmlformats.org/officeDocument/2006/relationships/tags" Target="../tags/tag87.xml"/><Relationship Id="rId133" Type="http://schemas.openxmlformats.org/officeDocument/2006/relationships/tags" Target="../tags/tag108.xml"/><Relationship Id="rId16" Type="http://schemas.openxmlformats.org/officeDocument/2006/relationships/slideLayout" Target="../slideLayouts/slideLayout16.xml"/><Relationship Id="rId37" Type="http://schemas.openxmlformats.org/officeDocument/2006/relationships/tags" Target="../tags/tag12.xml"/><Relationship Id="rId58" Type="http://schemas.openxmlformats.org/officeDocument/2006/relationships/tags" Target="../tags/tag33.xml"/><Relationship Id="rId79" Type="http://schemas.openxmlformats.org/officeDocument/2006/relationships/tags" Target="../tags/tag54.xml"/><Relationship Id="rId102" Type="http://schemas.openxmlformats.org/officeDocument/2006/relationships/tags" Target="../tags/tag77.xml"/><Relationship Id="rId123" Type="http://schemas.openxmlformats.org/officeDocument/2006/relationships/tags" Target="../tags/tag98.xml"/><Relationship Id="rId144" Type="http://schemas.openxmlformats.org/officeDocument/2006/relationships/tags" Target="../tags/tag119.xml"/><Relationship Id="rId90" Type="http://schemas.openxmlformats.org/officeDocument/2006/relationships/tags" Target="../tags/tag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"/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 dirty="0">
              <a:latin typeface="+mn-lt"/>
            </a:endParaRPr>
          </a:p>
        </p:txBody>
      </p:sp>
      <p:sp>
        <p:nvSpPr>
          <p:cNvPr id="3" name="Text Placeholder"/>
          <p:cNvSpPr>
            <a:spLocks noGrp="1"/>
          </p:cNvSpPr>
          <p:nvPr userDrawn="1">
            <p:ph type="body" idx="1"/>
          </p:nvPr>
        </p:nvSpPr>
        <p:spPr bwMode="black">
          <a:xfrm>
            <a:off x="504001" y="1548560"/>
            <a:ext cx="11186476" cy="478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Placeholder"/>
          <p:cNvSpPr>
            <a:spLocks noGrp="1"/>
          </p:cNvSpPr>
          <p:nvPr userDrawn="1">
            <p:ph type="title"/>
          </p:nvPr>
        </p:nvSpPr>
        <p:spPr bwMode="black">
          <a:xfrm>
            <a:off x="504001" y="504000"/>
            <a:ext cx="1118647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 noProof="0"/>
              <a:t>Insert page title (sentence case)</a:t>
            </a:r>
          </a:p>
        </p:txBody>
      </p:sp>
      <p:grpSp>
        <p:nvGrpSpPr>
          <p:cNvPr id="6" name="Harvey 3" hidden="1">
            <a:extLst>
              <a:ext uri="{FF2B5EF4-FFF2-40B4-BE49-F238E27FC236}">
                <a16:creationId xmlns:a16="http://schemas.microsoft.com/office/drawing/2014/main" id="{B3E7C216-6801-4AB8-8D95-E7D60F39B210}"/>
              </a:ext>
            </a:extLst>
          </p:cNvPr>
          <p:cNvGrpSpPr>
            <a:grpSpLocks/>
          </p:cNvGrpSpPr>
          <p:nvPr userDrawn="1">
            <p:custDataLst>
              <p:tags r:id="rId27"/>
            </p:custDataLst>
          </p:nvPr>
        </p:nvGrpSpPr>
        <p:grpSpPr>
          <a:xfrm>
            <a:off x="3938798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7" name="Harvey 0/3 [0]">
              <a:extLst>
                <a:ext uri="{FF2B5EF4-FFF2-40B4-BE49-F238E27FC236}">
                  <a16:creationId xmlns:a16="http://schemas.microsoft.com/office/drawing/2014/main" id="{FC8CECD5-A3FB-4DD5-A846-DC09FDB6EB04}"/>
                </a:ext>
              </a:extLst>
            </p:cNvPr>
            <p:cNvSpPr>
              <a:spLocks noChangeAspect="1"/>
            </p:cNvSpPr>
            <p:nvPr>
              <p:custDataLst>
                <p:tags r:id="rId14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8" name="Harvey 1/3 [1]">
              <a:extLst>
                <a:ext uri="{FF2B5EF4-FFF2-40B4-BE49-F238E27FC236}">
                  <a16:creationId xmlns:a16="http://schemas.microsoft.com/office/drawing/2014/main" id="{750B853B-8389-4427-AFB9-1CE880FE9BEE}"/>
                </a:ext>
              </a:extLst>
            </p:cNvPr>
            <p:cNvSpPr>
              <a:spLocks noChangeAspect="1"/>
            </p:cNvSpPr>
            <p:nvPr>
              <p:custDataLst>
                <p:tags r:id="rId14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2463" y="476249"/>
                  </a:moveTo>
                  <a:arcTo wR="317500" hR="317500" stAng="1800000" swAng="14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9" name="Harvey 2/3 [2]">
              <a:extLst>
                <a:ext uri="{FF2B5EF4-FFF2-40B4-BE49-F238E27FC236}">
                  <a16:creationId xmlns:a16="http://schemas.microsoft.com/office/drawing/2014/main" id="{0CA9A207-7055-4A72-8ED2-D82605C3D0C8}"/>
                </a:ext>
              </a:extLst>
            </p:cNvPr>
            <p:cNvSpPr>
              <a:spLocks noChangeAspect="1"/>
            </p:cNvSpPr>
            <p:nvPr>
              <p:custDataLst>
                <p:tags r:id="rId14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2536" y="476250"/>
                  </a:moveTo>
                  <a:arcTo wR="317500" hR="317500" stAng="9000000" swAng="7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0" name="Harvey 3/3 [3]">
              <a:extLst>
                <a:ext uri="{FF2B5EF4-FFF2-40B4-BE49-F238E27FC236}">
                  <a16:creationId xmlns:a16="http://schemas.microsoft.com/office/drawing/2014/main" id="{4422C816-875A-41F5-9DC0-8DBAE4C5C6CB}"/>
                </a:ext>
              </a:extLst>
            </p:cNvPr>
            <p:cNvSpPr>
              <a:spLocks noChangeAspect="1"/>
            </p:cNvSpPr>
            <p:nvPr>
              <p:custDataLst>
                <p:tags r:id="rId14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1" name="Harvey 4" hidden="1">
            <a:extLst>
              <a:ext uri="{FF2B5EF4-FFF2-40B4-BE49-F238E27FC236}">
                <a16:creationId xmlns:a16="http://schemas.microsoft.com/office/drawing/2014/main" id="{DDC5C333-7028-4F79-8940-98DC17723588}"/>
              </a:ext>
            </a:extLst>
          </p:cNvPr>
          <p:cNvGrpSpPr>
            <a:grpSpLocks/>
          </p:cNvGrpSpPr>
          <p:nvPr userDrawn="1">
            <p:custDataLst>
              <p:tags r:id="rId28"/>
            </p:custDataLst>
          </p:nvPr>
        </p:nvGrpSpPr>
        <p:grpSpPr>
          <a:xfrm>
            <a:off x="5391506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13" name="Harvey 0/4 [0]">
              <a:extLst>
                <a:ext uri="{FF2B5EF4-FFF2-40B4-BE49-F238E27FC236}">
                  <a16:creationId xmlns:a16="http://schemas.microsoft.com/office/drawing/2014/main" id="{70B331E2-39A8-4BAF-8DDD-C631B51EB56E}"/>
                </a:ext>
              </a:extLst>
            </p:cNvPr>
            <p:cNvSpPr>
              <a:spLocks noChangeAspect="1"/>
            </p:cNvSpPr>
            <p:nvPr>
              <p:custDataLst>
                <p:tags r:id="rId141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4" name="Harvey 1/4 [1]">
              <a:extLst>
                <a:ext uri="{FF2B5EF4-FFF2-40B4-BE49-F238E27FC236}">
                  <a16:creationId xmlns:a16="http://schemas.microsoft.com/office/drawing/2014/main" id="{47F66FBA-2801-4875-BD13-0BF512FC3C6A}"/>
                </a:ext>
              </a:extLst>
            </p:cNvPr>
            <p:cNvSpPr>
              <a:spLocks noChangeAspect="1"/>
            </p:cNvSpPr>
            <p:nvPr>
              <p:custDataLst>
                <p:tags r:id="rId14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5" name="Harvey 2/4 [2]">
              <a:extLst>
                <a:ext uri="{FF2B5EF4-FFF2-40B4-BE49-F238E27FC236}">
                  <a16:creationId xmlns:a16="http://schemas.microsoft.com/office/drawing/2014/main" id="{99673DAB-5272-45DC-B222-CA8CAA9FD2BB}"/>
                </a:ext>
              </a:extLst>
            </p:cNvPr>
            <p:cNvSpPr>
              <a:spLocks noChangeAspect="1"/>
            </p:cNvSpPr>
            <p:nvPr>
              <p:custDataLst>
                <p:tags r:id="rId14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6" name="Harvey 3/4 [3]">
              <a:extLst>
                <a:ext uri="{FF2B5EF4-FFF2-40B4-BE49-F238E27FC236}">
                  <a16:creationId xmlns:a16="http://schemas.microsoft.com/office/drawing/2014/main" id="{F9B9444B-C98D-45FC-BA92-881D06827328}"/>
                </a:ext>
              </a:extLst>
            </p:cNvPr>
            <p:cNvSpPr>
              <a:spLocks noChangeAspect="1"/>
            </p:cNvSpPr>
            <p:nvPr>
              <p:custDataLst>
                <p:tags r:id="rId14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7" name="Harvey 4/4 [4]">
              <a:extLst>
                <a:ext uri="{FF2B5EF4-FFF2-40B4-BE49-F238E27FC236}">
                  <a16:creationId xmlns:a16="http://schemas.microsoft.com/office/drawing/2014/main" id="{5FFB853D-F550-4F16-8269-A070A19E381C}"/>
                </a:ext>
              </a:extLst>
            </p:cNvPr>
            <p:cNvSpPr>
              <a:spLocks noChangeAspect="1"/>
            </p:cNvSpPr>
            <p:nvPr>
              <p:custDataLst>
                <p:tags r:id="rId14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8" name="Harvey 8" hidden="1">
            <a:extLst>
              <a:ext uri="{FF2B5EF4-FFF2-40B4-BE49-F238E27FC236}">
                <a16:creationId xmlns:a16="http://schemas.microsoft.com/office/drawing/2014/main" id="{0630AB66-7B5F-41CE-A2EB-2EB4C67794AE}"/>
              </a:ext>
            </a:extLst>
          </p:cNvPr>
          <p:cNvGrpSpPr>
            <a:grpSpLocks/>
          </p:cNvGrpSpPr>
          <p:nvPr userDrawn="1">
            <p:custDataLst>
              <p:tags r:id="rId29"/>
            </p:custDataLst>
          </p:nvPr>
        </p:nvGrpSpPr>
        <p:grpSpPr>
          <a:xfrm>
            <a:off x="6844214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19" name="Harvey 0/8 [0]">
              <a:extLst>
                <a:ext uri="{FF2B5EF4-FFF2-40B4-BE49-F238E27FC236}">
                  <a16:creationId xmlns:a16="http://schemas.microsoft.com/office/drawing/2014/main" id="{051D5678-1EFE-40CF-8563-B5E9EA35A271}"/>
                </a:ext>
              </a:extLst>
            </p:cNvPr>
            <p:cNvSpPr>
              <a:spLocks noChangeAspect="1"/>
            </p:cNvSpPr>
            <p:nvPr>
              <p:custDataLst>
                <p:tags r:id="rId13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0" name="Harvey 1/8 [1]">
              <a:extLst>
                <a:ext uri="{FF2B5EF4-FFF2-40B4-BE49-F238E27FC236}">
                  <a16:creationId xmlns:a16="http://schemas.microsoft.com/office/drawing/2014/main" id="{E5DDEB4B-B8B3-42DA-AF30-4FD0A1770D91}"/>
                </a:ext>
              </a:extLst>
            </p:cNvPr>
            <p:cNvSpPr>
              <a:spLocks noChangeAspect="1"/>
            </p:cNvSpPr>
            <p:nvPr>
              <p:custDataLst>
                <p:tags r:id="rId13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7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92993"/>
                  </a:moveTo>
                  <a:arcTo wR="317500" hR="317500" stAng="-2700000" swAng="189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1" name="Harvey 2/8 [2]">
              <a:extLst>
                <a:ext uri="{FF2B5EF4-FFF2-40B4-BE49-F238E27FC236}">
                  <a16:creationId xmlns:a16="http://schemas.microsoft.com/office/drawing/2014/main" id="{FB9200C4-0418-4CEF-BBB8-18F997AD7CA8}"/>
                </a:ext>
              </a:extLst>
            </p:cNvPr>
            <p:cNvSpPr>
              <a:spLocks noChangeAspect="1"/>
            </p:cNvSpPr>
            <p:nvPr>
              <p:custDataLst>
                <p:tags r:id="rId13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2" name="Harvey 3/8 [3]">
              <a:extLst>
                <a:ext uri="{FF2B5EF4-FFF2-40B4-BE49-F238E27FC236}">
                  <a16:creationId xmlns:a16="http://schemas.microsoft.com/office/drawing/2014/main" id="{8E4DE7E8-0809-4E2E-BE6A-E989A6AEBF62}"/>
                </a:ext>
              </a:extLst>
            </p:cNvPr>
            <p:cNvSpPr>
              <a:spLocks noChangeAspect="1"/>
            </p:cNvSpPr>
            <p:nvPr>
              <p:custDataLst>
                <p:tags r:id="rId13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1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542006"/>
                  </a:moveTo>
                  <a:arcTo wR="317500" hR="317500" stAng="2700000" swAng="135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3" name="Harvey 4/8 [4]">
              <a:extLst>
                <a:ext uri="{FF2B5EF4-FFF2-40B4-BE49-F238E27FC236}">
                  <a16:creationId xmlns:a16="http://schemas.microsoft.com/office/drawing/2014/main" id="{F839E6A9-0DED-402B-8F4C-2176769B55CD}"/>
                </a:ext>
              </a:extLst>
            </p:cNvPr>
            <p:cNvSpPr>
              <a:spLocks noChangeAspect="1"/>
            </p:cNvSpPr>
            <p:nvPr>
              <p:custDataLst>
                <p:tags r:id="rId13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4" name="Harvey 5/8 [5]">
              <a:extLst>
                <a:ext uri="{FF2B5EF4-FFF2-40B4-BE49-F238E27FC236}">
                  <a16:creationId xmlns:a16="http://schemas.microsoft.com/office/drawing/2014/main" id="{C3EE8663-AD08-4237-8344-6543EC4B688C}"/>
                </a:ext>
              </a:extLst>
            </p:cNvPr>
            <p:cNvSpPr>
              <a:spLocks noChangeAspect="1"/>
            </p:cNvSpPr>
            <p:nvPr>
              <p:custDataLst>
                <p:tags r:id="rId13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5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542006"/>
                  </a:moveTo>
                  <a:arcTo wR="317500" hR="317500" stAng="8100000" swAng="81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5" name="Harvey 6/8 [6]">
              <a:extLst>
                <a:ext uri="{FF2B5EF4-FFF2-40B4-BE49-F238E27FC236}">
                  <a16:creationId xmlns:a16="http://schemas.microsoft.com/office/drawing/2014/main" id="{ADE6F931-D156-4E59-A3ED-0B14B5F0EF7E}"/>
                </a:ext>
              </a:extLst>
            </p:cNvPr>
            <p:cNvSpPr>
              <a:spLocks noChangeAspect="1"/>
            </p:cNvSpPr>
            <p:nvPr>
              <p:custDataLst>
                <p:tags r:id="rId13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6" name="Harvey 7/8 [7]">
              <a:extLst>
                <a:ext uri="{FF2B5EF4-FFF2-40B4-BE49-F238E27FC236}">
                  <a16:creationId xmlns:a16="http://schemas.microsoft.com/office/drawing/2014/main" id="{A36821AE-2FF1-4F6E-AAF3-1BEA6AE153B8}"/>
                </a:ext>
              </a:extLst>
            </p:cNvPr>
            <p:cNvSpPr>
              <a:spLocks noChangeAspect="1"/>
            </p:cNvSpPr>
            <p:nvPr>
              <p:custDataLst>
                <p:tags r:id="rId13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9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92993"/>
                  </a:moveTo>
                  <a:arcTo wR="317500" hR="317500" stAng="13500000" swAng="27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7" name="Harvey 8/8 [8]">
              <a:extLst>
                <a:ext uri="{FF2B5EF4-FFF2-40B4-BE49-F238E27FC236}">
                  <a16:creationId xmlns:a16="http://schemas.microsoft.com/office/drawing/2014/main" id="{2D277E47-45D5-4503-8443-BED560C6560A}"/>
                </a:ext>
              </a:extLst>
            </p:cNvPr>
            <p:cNvSpPr>
              <a:spLocks noChangeAspect="1"/>
            </p:cNvSpPr>
            <p:nvPr>
              <p:custDataLst>
                <p:tags r:id="rId140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28" name="Harvey 100" hidden="1">
            <a:extLst>
              <a:ext uri="{FF2B5EF4-FFF2-40B4-BE49-F238E27FC236}">
                <a16:creationId xmlns:a16="http://schemas.microsoft.com/office/drawing/2014/main" id="{6D5D9337-395C-4FE4-97E6-E1CD47A644E9}"/>
              </a:ext>
            </a:extLst>
          </p:cNvPr>
          <p:cNvGrpSpPr/>
          <p:nvPr userDrawn="1">
            <p:custDataLst>
              <p:tags r:id="rId30"/>
            </p:custDataLst>
          </p:nvPr>
        </p:nvGrpSpPr>
        <p:grpSpPr>
          <a:xfrm>
            <a:off x="8296922" y="3978000"/>
            <a:ext cx="1024878" cy="1024878"/>
            <a:chOff x="4334905" y="3282696"/>
            <a:chExt cx="292608" cy="292608"/>
          </a:xfrm>
          <a:solidFill>
            <a:schemeClr val="accent1"/>
          </a:solidFill>
        </p:grpSpPr>
        <p:sp>
          <p:nvSpPr>
            <p:cNvPr id="29" name="Harvey 0/100 [0]">
              <a:extLst>
                <a:ext uri="{FF2B5EF4-FFF2-40B4-BE49-F238E27FC236}">
                  <a16:creationId xmlns:a16="http://schemas.microsoft.com/office/drawing/2014/main" id="{C2D4C837-2D4B-4D6B-81F8-9B001989609B}"/>
                </a:ext>
              </a:extLst>
            </p:cNvPr>
            <p:cNvSpPr>
              <a:spLocks noChangeAspect="1"/>
            </p:cNvSpPr>
            <p:nvPr>
              <p:custDataLst>
                <p:tags r:id="rId3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0" name="Harvey 1/100 [1]">
              <a:extLst>
                <a:ext uri="{FF2B5EF4-FFF2-40B4-BE49-F238E27FC236}">
                  <a16:creationId xmlns:a16="http://schemas.microsoft.com/office/drawing/2014/main" id="{BACD6AAA-4A1C-46BE-B491-9A4A9C7C56F3}"/>
                </a:ext>
              </a:extLst>
            </p:cNvPr>
            <p:cNvSpPr>
              <a:spLocks noChangeAspect="1"/>
            </p:cNvSpPr>
            <p:nvPr>
              <p:custDataLst>
                <p:tags r:id="rId3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26"/>
                  </a:moveTo>
                  <a:arcTo wR="317500" hR="317500" stAng="-5184000" swAng="2138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1" name="Harvey 2/100 [2]">
              <a:extLst>
                <a:ext uri="{FF2B5EF4-FFF2-40B4-BE49-F238E27FC236}">
                  <a16:creationId xmlns:a16="http://schemas.microsoft.com/office/drawing/2014/main" id="{701024C3-4DEF-477C-9CFB-100E0303499E}"/>
                </a:ext>
              </a:extLst>
            </p:cNvPr>
            <p:cNvSpPr>
              <a:spLocks noChangeAspect="1"/>
            </p:cNvSpPr>
            <p:nvPr>
              <p:custDataLst>
                <p:tags r:id="rId3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2503"/>
                  </a:moveTo>
                  <a:arcTo wR="317500" hR="317500" stAng="-4968000" swAng="211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2" name="Harvey 3/100 [3]">
              <a:extLst>
                <a:ext uri="{FF2B5EF4-FFF2-40B4-BE49-F238E27FC236}">
                  <a16:creationId xmlns:a16="http://schemas.microsoft.com/office/drawing/2014/main" id="{46A461CD-8D28-4422-AF2A-8267EFA51CAD}"/>
                </a:ext>
              </a:extLst>
            </p:cNvPr>
            <p:cNvSpPr>
              <a:spLocks noChangeAspect="1"/>
            </p:cNvSpPr>
            <p:nvPr>
              <p:custDataLst>
                <p:tags r:id="rId3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5623"/>
                  </a:moveTo>
                  <a:arcTo wR="317500" hR="317500" stAng="-4752000" swAng="209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3" name="Harvey 4/100 [4]">
              <a:extLst>
                <a:ext uri="{FF2B5EF4-FFF2-40B4-BE49-F238E27FC236}">
                  <a16:creationId xmlns:a16="http://schemas.microsoft.com/office/drawing/2014/main" id="{0A337C3A-F021-437D-9E3D-FDE5AF266029}"/>
                </a:ext>
              </a:extLst>
            </p:cNvPr>
            <p:cNvSpPr>
              <a:spLocks noChangeAspect="1"/>
            </p:cNvSpPr>
            <p:nvPr>
              <p:custDataLst>
                <p:tags r:id="rId3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9974"/>
                  </a:moveTo>
                  <a:arcTo wR="317500" hR="317500" stAng="-4536000" swAng="2073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5" name="Harvey 5/100 [5]">
              <a:extLst>
                <a:ext uri="{FF2B5EF4-FFF2-40B4-BE49-F238E27FC236}">
                  <a16:creationId xmlns:a16="http://schemas.microsoft.com/office/drawing/2014/main" id="{BDF66AF7-3D75-4118-B7E6-241B2C41B2C9}"/>
                </a:ext>
              </a:extLst>
            </p:cNvPr>
            <p:cNvSpPr>
              <a:spLocks noChangeAspect="1"/>
            </p:cNvSpPr>
            <p:nvPr>
              <p:custDataLst>
                <p:tags r:id="rId3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15539"/>
                  </a:moveTo>
                  <a:arcTo wR="317500" hR="317500" stAng="-4320000" swAng="2052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6" name="Harvey 6/100 [6]">
              <a:extLst>
                <a:ext uri="{FF2B5EF4-FFF2-40B4-BE49-F238E27FC236}">
                  <a16:creationId xmlns:a16="http://schemas.microsoft.com/office/drawing/2014/main" id="{E74E7438-4315-4097-9BA7-F0CE3252AC14}"/>
                </a:ext>
              </a:extLst>
            </p:cNvPr>
            <p:cNvSpPr>
              <a:spLocks noChangeAspect="1"/>
            </p:cNvSpPr>
            <p:nvPr>
              <p:custDataLst>
                <p:tags r:id="rId3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22295"/>
                  </a:moveTo>
                  <a:arcTo wR="317500" hR="317500" stAng="-4104000" swAng="2030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7" name="Harvey 7/100 [7]">
              <a:extLst>
                <a:ext uri="{FF2B5EF4-FFF2-40B4-BE49-F238E27FC236}">
                  <a16:creationId xmlns:a16="http://schemas.microsoft.com/office/drawing/2014/main" id="{FEBA4E91-97BB-4DAC-B193-66FA4828DB26}"/>
                </a:ext>
              </a:extLst>
            </p:cNvPr>
            <p:cNvSpPr>
              <a:spLocks noChangeAspect="1"/>
            </p:cNvSpPr>
            <p:nvPr>
              <p:custDataLst>
                <p:tags r:id="rId3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30217"/>
                  </a:moveTo>
                  <a:arcTo wR="317500" hR="317500" stAng="-3888000" swAng="2008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8" name="Harvey 8/100 [8]">
              <a:extLst>
                <a:ext uri="{FF2B5EF4-FFF2-40B4-BE49-F238E27FC236}">
                  <a16:creationId xmlns:a16="http://schemas.microsoft.com/office/drawing/2014/main" id="{EEB85E02-177B-40CF-B926-A4423CC7C827}"/>
                </a:ext>
              </a:extLst>
            </p:cNvPr>
            <p:cNvSpPr>
              <a:spLocks noChangeAspect="1"/>
            </p:cNvSpPr>
            <p:nvPr>
              <p:custDataLst>
                <p:tags r:id="rId3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39272"/>
                  </a:moveTo>
                  <a:arcTo wR="317500" hR="317500" stAng="-3672000" swAng="198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9" name="Harvey 9/100 [9]">
              <a:extLst>
                <a:ext uri="{FF2B5EF4-FFF2-40B4-BE49-F238E27FC236}">
                  <a16:creationId xmlns:a16="http://schemas.microsoft.com/office/drawing/2014/main" id="{C133BC7F-B0E3-404F-92D1-BB930C4F3311}"/>
                </a:ext>
              </a:extLst>
            </p:cNvPr>
            <p:cNvSpPr>
              <a:spLocks noChangeAspect="1"/>
            </p:cNvSpPr>
            <p:nvPr>
              <p:custDataLst>
                <p:tags r:id="rId4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49425"/>
                  </a:moveTo>
                  <a:arcTo wR="317500" hR="317500" stAng="-3456000" swAng="196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0" name="Harvey 10/100 [10]">
              <a:extLst>
                <a:ext uri="{FF2B5EF4-FFF2-40B4-BE49-F238E27FC236}">
                  <a16:creationId xmlns:a16="http://schemas.microsoft.com/office/drawing/2014/main" id="{F2FB72A6-CDF7-48B3-A3B8-5A5FC061802C}"/>
                </a:ext>
              </a:extLst>
            </p:cNvPr>
            <p:cNvSpPr>
              <a:spLocks noChangeAspect="1"/>
            </p:cNvSpPr>
            <p:nvPr>
              <p:custDataLst>
                <p:tags r:id="rId4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60637"/>
                  </a:moveTo>
                  <a:arcTo wR="317500" hR="317500" stAng="-3240000" swAng="194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1" name="Harvey 11/100 [11]">
              <a:extLst>
                <a:ext uri="{FF2B5EF4-FFF2-40B4-BE49-F238E27FC236}">
                  <a16:creationId xmlns:a16="http://schemas.microsoft.com/office/drawing/2014/main" id="{F3110C8B-1B18-4579-AB3F-0F4A0840CF38}"/>
                </a:ext>
              </a:extLst>
            </p:cNvPr>
            <p:cNvSpPr>
              <a:spLocks noChangeAspect="1"/>
            </p:cNvSpPr>
            <p:nvPr>
              <p:custDataLst>
                <p:tags r:id="rId4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3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72862"/>
                  </a:moveTo>
                  <a:arcTo wR="317500" hR="317500" stAng="-3024000" swAng="192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2" name="Harvey 12/100 [12]">
              <a:extLst>
                <a:ext uri="{FF2B5EF4-FFF2-40B4-BE49-F238E27FC236}">
                  <a16:creationId xmlns:a16="http://schemas.microsoft.com/office/drawing/2014/main" id="{84A1B722-E5AC-45F7-9498-7FF502B6FA2B}"/>
                </a:ext>
              </a:extLst>
            </p:cNvPr>
            <p:cNvSpPr>
              <a:spLocks noChangeAspect="1"/>
            </p:cNvSpPr>
            <p:nvPr>
              <p:custDataLst>
                <p:tags r:id="rId4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5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86052"/>
                  </a:moveTo>
                  <a:arcTo wR="317500" hR="317500" stAng="-2808000" swAng="190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3" name="Harvey 13/100 [13]">
              <a:extLst>
                <a:ext uri="{FF2B5EF4-FFF2-40B4-BE49-F238E27FC236}">
                  <a16:creationId xmlns:a16="http://schemas.microsoft.com/office/drawing/2014/main" id="{A5599F20-B957-4DF9-8B04-F2B77AAF0BDB}"/>
                </a:ext>
              </a:extLst>
            </p:cNvPr>
            <p:cNvSpPr>
              <a:spLocks noChangeAspect="1"/>
            </p:cNvSpPr>
            <p:nvPr>
              <p:custDataLst>
                <p:tags r:id="rId4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8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100156"/>
                  </a:moveTo>
                  <a:arcTo wR="317500" hR="317500" stAng="-2591999" swAng="1879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4" name="Harvey 14/100 [14]">
              <a:extLst>
                <a:ext uri="{FF2B5EF4-FFF2-40B4-BE49-F238E27FC236}">
                  <a16:creationId xmlns:a16="http://schemas.microsoft.com/office/drawing/2014/main" id="{F74357FC-EB3D-46C4-B56A-5007C9F4FB84}"/>
                </a:ext>
              </a:extLst>
            </p:cNvPr>
            <p:cNvSpPr>
              <a:spLocks noChangeAspect="1"/>
            </p:cNvSpPr>
            <p:nvPr>
              <p:custDataLst>
                <p:tags r:id="rId4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0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115117"/>
                  </a:moveTo>
                  <a:arcTo wR="317500" hR="317500" stAng="-2375999" swAng="185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5" name="Harvey 15/100 [15]">
              <a:extLst>
                <a:ext uri="{FF2B5EF4-FFF2-40B4-BE49-F238E27FC236}">
                  <a16:creationId xmlns:a16="http://schemas.microsoft.com/office/drawing/2014/main" id="{32E8E8F3-9DBC-46F4-9700-CAF071913650}"/>
                </a:ext>
              </a:extLst>
            </p:cNvPr>
            <p:cNvSpPr>
              <a:spLocks noChangeAspect="1"/>
            </p:cNvSpPr>
            <p:nvPr>
              <p:custDataLst>
                <p:tags r:id="rId4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2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130878"/>
                  </a:moveTo>
                  <a:arcTo wR="317500" hR="317500" stAng="-2160000" swAng="1836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6" name="Harvey 16/100 [16]">
              <a:extLst>
                <a:ext uri="{FF2B5EF4-FFF2-40B4-BE49-F238E27FC236}">
                  <a16:creationId xmlns:a16="http://schemas.microsoft.com/office/drawing/2014/main" id="{71360883-3CF3-4439-9568-E456C60454A8}"/>
                </a:ext>
              </a:extLst>
            </p:cNvPr>
            <p:cNvSpPr>
              <a:spLocks noChangeAspect="1"/>
            </p:cNvSpPr>
            <p:nvPr>
              <p:custDataLst>
                <p:tags r:id="rId4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4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147374"/>
                  </a:moveTo>
                  <a:arcTo wR="317500" hR="317500" stAng="-1944000" swAng="1814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7" name="Harvey 17/100 [17]">
              <a:extLst>
                <a:ext uri="{FF2B5EF4-FFF2-40B4-BE49-F238E27FC236}">
                  <a16:creationId xmlns:a16="http://schemas.microsoft.com/office/drawing/2014/main" id="{AE88FC9E-FB95-4413-AE3E-B8BF504735B5}"/>
                </a:ext>
              </a:extLst>
            </p:cNvPr>
            <p:cNvSpPr>
              <a:spLocks noChangeAspect="1"/>
            </p:cNvSpPr>
            <p:nvPr>
              <p:custDataLst>
                <p:tags r:id="rId4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6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164543"/>
                  </a:moveTo>
                  <a:arcTo wR="317500" hR="317500" stAng="-1727999" swAng="1792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8" name="Harvey 18/100 [18]">
              <a:extLst>
                <a:ext uri="{FF2B5EF4-FFF2-40B4-BE49-F238E27FC236}">
                  <a16:creationId xmlns:a16="http://schemas.microsoft.com/office/drawing/2014/main" id="{62593B83-E4BE-4CE8-9B0B-25AF9B7D4254}"/>
                </a:ext>
              </a:extLst>
            </p:cNvPr>
            <p:cNvSpPr>
              <a:spLocks noChangeAspect="1"/>
            </p:cNvSpPr>
            <p:nvPr>
              <p:custDataLst>
                <p:tags r:id="rId4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8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182315"/>
                  </a:moveTo>
                  <a:arcTo wR="317500" hR="317500" stAng="-1512000" swAng="1771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9" name="Harvey 19/100 [19]">
              <a:extLst>
                <a:ext uri="{FF2B5EF4-FFF2-40B4-BE49-F238E27FC236}">
                  <a16:creationId xmlns:a16="http://schemas.microsoft.com/office/drawing/2014/main" id="{CD41838E-0172-403D-9B68-FD51310F5400}"/>
                </a:ext>
              </a:extLst>
            </p:cNvPr>
            <p:cNvSpPr>
              <a:spLocks noChangeAspect="1"/>
            </p:cNvSpPr>
            <p:nvPr>
              <p:custDataLst>
                <p:tags r:id="rId5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1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200620"/>
                  </a:moveTo>
                  <a:arcTo wR="317500" hR="317500" stAng="-1295999" swAng="174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0" name="Harvey 20/100 [20]">
              <a:extLst>
                <a:ext uri="{FF2B5EF4-FFF2-40B4-BE49-F238E27FC236}">
                  <a16:creationId xmlns:a16="http://schemas.microsoft.com/office/drawing/2014/main" id="{EDE3F4CF-CB3E-40C2-B070-AC09F1E8FBD5}"/>
                </a:ext>
              </a:extLst>
            </p:cNvPr>
            <p:cNvSpPr>
              <a:spLocks noChangeAspect="1"/>
            </p:cNvSpPr>
            <p:nvPr>
              <p:custDataLst>
                <p:tags r:id="rId5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219387"/>
                  </a:moveTo>
                  <a:arcTo wR="317500" hR="317500" stAng="-1080000" swAng="172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1" name="Harvey 21/100 [21]">
              <a:extLst>
                <a:ext uri="{FF2B5EF4-FFF2-40B4-BE49-F238E27FC236}">
                  <a16:creationId xmlns:a16="http://schemas.microsoft.com/office/drawing/2014/main" id="{CD8E25E7-83D2-4F78-92A7-435281704491}"/>
                </a:ext>
              </a:extLst>
            </p:cNvPr>
            <p:cNvSpPr>
              <a:spLocks noChangeAspect="1"/>
            </p:cNvSpPr>
            <p:nvPr>
              <p:custDataLst>
                <p:tags r:id="rId5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5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238540"/>
                  </a:moveTo>
                  <a:arcTo wR="317500" hR="317500" stAng="-864000" swAng="170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2" name="Harvey 22/100 [22]">
              <a:extLst>
                <a:ext uri="{FF2B5EF4-FFF2-40B4-BE49-F238E27FC236}">
                  <a16:creationId xmlns:a16="http://schemas.microsoft.com/office/drawing/2014/main" id="{C6A696FB-9EFC-47F6-9860-247C48C1FC3D}"/>
                </a:ext>
              </a:extLst>
            </p:cNvPr>
            <p:cNvSpPr>
              <a:spLocks noChangeAspect="1"/>
            </p:cNvSpPr>
            <p:nvPr>
              <p:custDataLst>
                <p:tags r:id="rId5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7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258006"/>
                  </a:moveTo>
                  <a:arcTo wR="317500" hR="317500" stAng="-647999" swAng="168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3" name="Harvey 23/100 [23]">
              <a:extLst>
                <a:ext uri="{FF2B5EF4-FFF2-40B4-BE49-F238E27FC236}">
                  <a16:creationId xmlns:a16="http://schemas.microsoft.com/office/drawing/2014/main" id="{252958D2-EE89-4FBF-BF7B-C8AFAD704413}"/>
                </a:ext>
              </a:extLst>
            </p:cNvPr>
            <p:cNvSpPr>
              <a:spLocks noChangeAspect="1"/>
            </p:cNvSpPr>
            <p:nvPr>
              <p:custDataLst>
                <p:tags r:id="rId5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9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277706"/>
                  </a:moveTo>
                  <a:arcTo wR="317500" hR="317500" stAng="-432000" swAng="166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4" name="Harvey 24/100 [24]">
              <a:extLst>
                <a:ext uri="{FF2B5EF4-FFF2-40B4-BE49-F238E27FC236}">
                  <a16:creationId xmlns:a16="http://schemas.microsoft.com/office/drawing/2014/main" id="{314E82DC-04B6-406C-9D65-1115F4D2AA22}"/>
                </a:ext>
              </a:extLst>
            </p:cNvPr>
            <p:cNvSpPr>
              <a:spLocks noChangeAspect="1"/>
            </p:cNvSpPr>
            <p:nvPr>
              <p:custDataLst>
                <p:tags r:id="rId5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1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297564"/>
                  </a:moveTo>
                  <a:arcTo wR="317500" hR="317500" stAng="-216000" swAng="164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5" name="Harvey 25/100 [25]">
              <a:extLst>
                <a:ext uri="{FF2B5EF4-FFF2-40B4-BE49-F238E27FC236}">
                  <a16:creationId xmlns:a16="http://schemas.microsoft.com/office/drawing/2014/main" id="{669D1B60-A74F-4296-8610-F3DCDDC15022}"/>
                </a:ext>
              </a:extLst>
            </p:cNvPr>
            <p:cNvSpPr>
              <a:spLocks noChangeAspect="1"/>
            </p:cNvSpPr>
            <p:nvPr>
              <p:custDataLst>
                <p:tags r:id="rId5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6" name="Harvey 26/100 [26]">
              <a:extLst>
                <a:ext uri="{FF2B5EF4-FFF2-40B4-BE49-F238E27FC236}">
                  <a16:creationId xmlns:a16="http://schemas.microsoft.com/office/drawing/2014/main" id="{FF6DD112-04B6-4656-AB9D-1F9950FEE2D9}"/>
                </a:ext>
              </a:extLst>
            </p:cNvPr>
            <p:cNvSpPr>
              <a:spLocks noChangeAspect="1"/>
            </p:cNvSpPr>
            <p:nvPr>
              <p:custDataLst>
                <p:tags r:id="rId5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6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337435"/>
                  </a:moveTo>
                  <a:arcTo wR="317500" hR="317500" stAng="216000" swAng="1598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7" name="Harvey 27/100 [27]">
              <a:extLst>
                <a:ext uri="{FF2B5EF4-FFF2-40B4-BE49-F238E27FC236}">
                  <a16:creationId xmlns:a16="http://schemas.microsoft.com/office/drawing/2014/main" id="{E2928B53-FC5C-427C-AE65-9286773D84B2}"/>
                </a:ext>
              </a:extLst>
            </p:cNvPr>
            <p:cNvSpPr>
              <a:spLocks noChangeAspect="1"/>
            </p:cNvSpPr>
            <p:nvPr>
              <p:custDataLst>
                <p:tags r:id="rId5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8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357293"/>
                  </a:moveTo>
                  <a:arcTo wR="317500" hR="317500" stAng="432000" swAng="157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8" name="Harvey 28/100 [28]">
              <a:extLst>
                <a:ext uri="{FF2B5EF4-FFF2-40B4-BE49-F238E27FC236}">
                  <a16:creationId xmlns:a16="http://schemas.microsoft.com/office/drawing/2014/main" id="{D8CF4F20-8FEC-47FF-9B86-E818143B2C19}"/>
                </a:ext>
              </a:extLst>
            </p:cNvPr>
            <p:cNvSpPr>
              <a:spLocks noChangeAspect="1"/>
            </p:cNvSpPr>
            <p:nvPr>
              <p:custDataLst>
                <p:tags r:id="rId5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0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376993"/>
                  </a:moveTo>
                  <a:arcTo wR="317500" hR="317500" stAng="648000" swAng="155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9" name="Harvey 29/100 [29]">
              <a:extLst>
                <a:ext uri="{FF2B5EF4-FFF2-40B4-BE49-F238E27FC236}">
                  <a16:creationId xmlns:a16="http://schemas.microsoft.com/office/drawing/2014/main" id="{E1AF074D-4599-4D0E-8078-66303FEBDE44}"/>
                </a:ext>
              </a:extLst>
            </p:cNvPr>
            <p:cNvSpPr>
              <a:spLocks noChangeAspect="1"/>
            </p:cNvSpPr>
            <p:nvPr>
              <p:custDataLst>
                <p:tags r:id="rId6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26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396459"/>
                  </a:moveTo>
                  <a:arcTo wR="317500" hR="317500" stAng="863999" swAng="153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0" name="Harvey 30/100 [30]">
              <a:extLst>
                <a:ext uri="{FF2B5EF4-FFF2-40B4-BE49-F238E27FC236}">
                  <a16:creationId xmlns:a16="http://schemas.microsoft.com/office/drawing/2014/main" id="{2DF9C982-C062-4899-8A5F-20F49AD9E1B5}"/>
                </a:ext>
              </a:extLst>
            </p:cNvPr>
            <p:cNvSpPr>
              <a:spLocks noChangeAspect="1"/>
            </p:cNvSpPr>
            <p:nvPr>
              <p:custDataLst>
                <p:tags r:id="rId6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415612"/>
                  </a:moveTo>
                  <a:arcTo wR="317500" hR="317500" stAng="1080000" swAng="151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1" name="Harvey 31/100 [31]">
              <a:extLst>
                <a:ext uri="{FF2B5EF4-FFF2-40B4-BE49-F238E27FC236}">
                  <a16:creationId xmlns:a16="http://schemas.microsoft.com/office/drawing/2014/main" id="{E98CD797-9DD9-4143-9058-D1ABF95E7406}"/>
                </a:ext>
              </a:extLst>
            </p:cNvPr>
            <p:cNvSpPr>
              <a:spLocks noChangeAspect="1"/>
            </p:cNvSpPr>
            <p:nvPr>
              <p:custDataLst>
                <p:tags r:id="rId6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6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434379"/>
                  </a:moveTo>
                  <a:arcTo wR="317500" hR="317500" stAng="1295999" swAng="149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2" name="Harvey 32/100 [32]">
              <a:extLst>
                <a:ext uri="{FF2B5EF4-FFF2-40B4-BE49-F238E27FC236}">
                  <a16:creationId xmlns:a16="http://schemas.microsoft.com/office/drawing/2014/main" id="{39029FE4-844F-47DA-8FEF-FB68673FF10C}"/>
                </a:ext>
              </a:extLst>
            </p:cNvPr>
            <p:cNvSpPr>
              <a:spLocks noChangeAspect="1"/>
            </p:cNvSpPr>
            <p:nvPr>
              <p:custDataLst>
                <p:tags r:id="rId6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9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452684"/>
                  </a:moveTo>
                  <a:arcTo wR="317500" hR="317500" stAng="1512000" swAng="1468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3" name="Harvey 33/100 [33]">
              <a:extLst>
                <a:ext uri="{FF2B5EF4-FFF2-40B4-BE49-F238E27FC236}">
                  <a16:creationId xmlns:a16="http://schemas.microsoft.com/office/drawing/2014/main" id="{B99AA4D4-9C74-447B-89EF-8FD268FF95EE}"/>
                </a:ext>
              </a:extLst>
            </p:cNvPr>
            <p:cNvSpPr>
              <a:spLocks noChangeAspect="1"/>
            </p:cNvSpPr>
            <p:nvPr>
              <p:custDataLst>
                <p:tags r:id="rId6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1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470456"/>
                  </a:moveTo>
                  <a:arcTo wR="317500" hR="317500" stAng="1728000" swAng="144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4" name="Harvey 34/100 [34]">
              <a:extLst>
                <a:ext uri="{FF2B5EF4-FFF2-40B4-BE49-F238E27FC236}">
                  <a16:creationId xmlns:a16="http://schemas.microsoft.com/office/drawing/2014/main" id="{0880CCDE-4DDE-49A8-AFB2-FDDCE314B4D3}"/>
                </a:ext>
              </a:extLst>
            </p:cNvPr>
            <p:cNvSpPr>
              <a:spLocks noChangeAspect="1"/>
            </p:cNvSpPr>
            <p:nvPr>
              <p:custDataLst>
                <p:tags r:id="rId6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3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487625"/>
                  </a:moveTo>
                  <a:arcTo wR="317500" hR="317500" stAng="1944000" swAng="1425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5" name="Harvey 35/100 [35]">
              <a:extLst>
                <a:ext uri="{FF2B5EF4-FFF2-40B4-BE49-F238E27FC236}">
                  <a16:creationId xmlns:a16="http://schemas.microsoft.com/office/drawing/2014/main" id="{F37E834A-F9D8-4623-BC85-60359856CCD0}"/>
                </a:ext>
              </a:extLst>
            </p:cNvPr>
            <p:cNvSpPr>
              <a:spLocks noChangeAspect="1"/>
            </p:cNvSpPr>
            <p:nvPr>
              <p:custDataLst>
                <p:tags r:id="rId6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55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504121"/>
                  </a:moveTo>
                  <a:arcTo wR="317500" hR="317500" stAng="2159999" swAng="140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6" name="Harvey 36/100 [36]">
              <a:extLst>
                <a:ext uri="{FF2B5EF4-FFF2-40B4-BE49-F238E27FC236}">
                  <a16:creationId xmlns:a16="http://schemas.microsoft.com/office/drawing/2014/main" id="{15163940-B229-4368-B727-3714123C78AB}"/>
                </a:ext>
              </a:extLst>
            </p:cNvPr>
            <p:cNvSpPr>
              <a:spLocks noChangeAspect="1"/>
            </p:cNvSpPr>
            <p:nvPr>
              <p:custDataLst>
                <p:tags r:id="rId6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7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519882"/>
                  </a:moveTo>
                  <a:arcTo wR="317500" hR="317500" stAng="2375999" swAng="138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7" name="Harvey 37/100 [37]">
              <a:extLst>
                <a:ext uri="{FF2B5EF4-FFF2-40B4-BE49-F238E27FC236}">
                  <a16:creationId xmlns:a16="http://schemas.microsoft.com/office/drawing/2014/main" id="{64BAECDC-27C7-4333-B9D8-59DE42A1B1AA}"/>
                </a:ext>
              </a:extLst>
            </p:cNvPr>
            <p:cNvSpPr>
              <a:spLocks noChangeAspect="1"/>
            </p:cNvSpPr>
            <p:nvPr>
              <p:custDataLst>
                <p:tags r:id="rId6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9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534843"/>
                  </a:moveTo>
                  <a:arcTo wR="317500" hR="317500" stAng="2591999" swAng="136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8" name="Harvey 38/100 [38]">
              <a:extLst>
                <a:ext uri="{FF2B5EF4-FFF2-40B4-BE49-F238E27FC236}">
                  <a16:creationId xmlns:a16="http://schemas.microsoft.com/office/drawing/2014/main" id="{4F018A0A-A74A-4E47-BC47-203679D4F8C0}"/>
                </a:ext>
              </a:extLst>
            </p:cNvPr>
            <p:cNvSpPr>
              <a:spLocks noChangeAspect="1"/>
            </p:cNvSpPr>
            <p:nvPr>
              <p:custDataLst>
                <p:tags r:id="rId6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2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548947"/>
                  </a:moveTo>
                  <a:arcTo wR="317500" hR="317500" stAng="2808000" swAng="1339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9" name="Harvey 39/100 [39]">
              <a:extLst>
                <a:ext uri="{FF2B5EF4-FFF2-40B4-BE49-F238E27FC236}">
                  <a16:creationId xmlns:a16="http://schemas.microsoft.com/office/drawing/2014/main" id="{ACA75957-9FDB-46A2-82EC-77103CBEAC52}"/>
                </a:ext>
              </a:extLst>
            </p:cNvPr>
            <p:cNvSpPr>
              <a:spLocks noChangeAspect="1"/>
            </p:cNvSpPr>
            <p:nvPr>
              <p:custDataLst>
                <p:tags r:id="rId7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4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562137"/>
                  </a:moveTo>
                  <a:arcTo wR="317500" hR="317500" stAng="3024000" swAng="131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0" name="Harvey 40/100 [40]">
              <a:extLst>
                <a:ext uri="{FF2B5EF4-FFF2-40B4-BE49-F238E27FC236}">
                  <a16:creationId xmlns:a16="http://schemas.microsoft.com/office/drawing/2014/main" id="{025DFA7F-A073-422A-8D20-E27D1ABE4342}"/>
                </a:ext>
              </a:extLst>
            </p:cNvPr>
            <p:cNvSpPr>
              <a:spLocks noChangeAspect="1"/>
            </p:cNvSpPr>
            <p:nvPr>
              <p:custDataLst>
                <p:tags r:id="rId7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574362"/>
                  </a:moveTo>
                  <a:arcTo wR="317500" hR="317500" stAng="3240000" swAng="1296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1" name="Harvey 41/100 [41]">
              <a:extLst>
                <a:ext uri="{FF2B5EF4-FFF2-40B4-BE49-F238E27FC236}">
                  <a16:creationId xmlns:a16="http://schemas.microsoft.com/office/drawing/2014/main" id="{BF311CE9-A4CB-4965-8F0F-5B6811E9FB20}"/>
                </a:ext>
              </a:extLst>
            </p:cNvPr>
            <p:cNvSpPr>
              <a:spLocks noChangeAspect="1"/>
            </p:cNvSpPr>
            <p:nvPr>
              <p:custDataLst>
                <p:tags r:id="rId7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8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585574"/>
                  </a:moveTo>
                  <a:arcTo wR="317500" hR="317500" stAng="3455999" swAng="1274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2" name="Harvey 42/100 [42]">
              <a:extLst>
                <a:ext uri="{FF2B5EF4-FFF2-40B4-BE49-F238E27FC236}">
                  <a16:creationId xmlns:a16="http://schemas.microsoft.com/office/drawing/2014/main" id="{1B415A3D-1E85-4E6A-8BAB-3BB56600BA4F}"/>
                </a:ext>
              </a:extLst>
            </p:cNvPr>
            <p:cNvSpPr>
              <a:spLocks noChangeAspect="1"/>
            </p:cNvSpPr>
            <p:nvPr>
              <p:custDataLst>
                <p:tags r:id="rId7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0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595727"/>
                  </a:moveTo>
                  <a:arcTo wR="317500" hR="317500" stAng="3671999" swAng="1252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3" name="Harvey 43/100 [43]">
              <a:extLst>
                <a:ext uri="{FF2B5EF4-FFF2-40B4-BE49-F238E27FC236}">
                  <a16:creationId xmlns:a16="http://schemas.microsoft.com/office/drawing/2014/main" id="{7EAD6077-4487-4E7D-846D-445E65B5291C}"/>
                </a:ext>
              </a:extLst>
            </p:cNvPr>
            <p:cNvSpPr>
              <a:spLocks noChangeAspect="1"/>
            </p:cNvSpPr>
            <p:nvPr>
              <p:custDataLst>
                <p:tags r:id="rId7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2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604782"/>
                  </a:moveTo>
                  <a:arcTo wR="317500" hR="317500" stAng="3888000" swAng="1231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4" name="Harvey 44/100 [44]">
              <a:extLst>
                <a:ext uri="{FF2B5EF4-FFF2-40B4-BE49-F238E27FC236}">
                  <a16:creationId xmlns:a16="http://schemas.microsoft.com/office/drawing/2014/main" id="{4B57ADAF-4A83-4CB4-8920-E2B9F994E83E}"/>
                </a:ext>
              </a:extLst>
            </p:cNvPr>
            <p:cNvSpPr>
              <a:spLocks noChangeAspect="1"/>
            </p:cNvSpPr>
            <p:nvPr>
              <p:custDataLst>
                <p:tags r:id="rId7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5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612704"/>
                  </a:moveTo>
                  <a:arcTo wR="317500" hR="317500" stAng="4104000" swAng="120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5" name="Harvey 45/100 [45]">
              <a:extLst>
                <a:ext uri="{FF2B5EF4-FFF2-40B4-BE49-F238E27FC236}">
                  <a16:creationId xmlns:a16="http://schemas.microsoft.com/office/drawing/2014/main" id="{FF3E5416-AC43-4CBB-A32A-A966ED03106F}"/>
                </a:ext>
              </a:extLst>
            </p:cNvPr>
            <p:cNvSpPr>
              <a:spLocks noChangeAspect="1"/>
            </p:cNvSpPr>
            <p:nvPr>
              <p:custDataLst>
                <p:tags r:id="rId7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7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619460"/>
                  </a:moveTo>
                  <a:arcTo wR="317500" hR="317500" stAng="4320000" swAng="118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6" name="Harvey 46/100 [46]">
              <a:extLst>
                <a:ext uri="{FF2B5EF4-FFF2-40B4-BE49-F238E27FC236}">
                  <a16:creationId xmlns:a16="http://schemas.microsoft.com/office/drawing/2014/main" id="{49AFF9C1-C19A-487C-A4C1-47DA87277C3B}"/>
                </a:ext>
              </a:extLst>
            </p:cNvPr>
            <p:cNvSpPr>
              <a:spLocks noChangeAspect="1"/>
            </p:cNvSpPr>
            <p:nvPr>
              <p:custDataLst>
                <p:tags r:id="rId7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9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625025"/>
                  </a:moveTo>
                  <a:arcTo wR="317500" hR="317500" stAng="4536000" swAng="116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7" name="Harvey 47/100 [47]">
              <a:extLst>
                <a:ext uri="{FF2B5EF4-FFF2-40B4-BE49-F238E27FC236}">
                  <a16:creationId xmlns:a16="http://schemas.microsoft.com/office/drawing/2014/main" id="{F35AEE09-D82F-438F-9D01-96C6876241F1}"/>
                </a:ext>
              </a:extLst>
            </p:cNvPr>
            <p:cNvSpPr>
              <a:spLocks noChangeAspect="1"/>
            </p:cNvSpPr>
            <p:nvPr>
              <p:custDataLst>
                <p:tags r:id="rId7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1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629376"/>
                  </a:moveTo>
                  <a:arcTo wR="317500" hR="317500" stAng="4751999" swAng="114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8" name="Harvey 48/100 [48]">
              <a:extLst>
                <a:ext uri="{FF2B5EF4-FFF2-40B4-BE49-F238E27FC236}">
                  <a16:creationId xmlns:a16="http://schemas.microsoft.com/office/drawing/2014/main" id="{4FC3325B-EEB2-4420-9715-1149CEACE9AC}"/>
                </a:ext>
              </a:extLst>
            </p:cNvPr>
            <p:cNvSpPr>
              <a:spLocks noChangeAspect="1"/>
            </p:cNvSpPr>
            <p:nvPr>
              <p:custDataLst>
                <p:tags r:id="rId7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36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632496"/>
                  </a:moveTo>
                  <a:arcTo wR="317500" hR="317500" stAng="4967999" swAng="112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9" name="Harvey 49/100 [49]">
              <a:extLst>
                <a:ext uri="{FF2B5EF4-FFF2-40B4-BE49-F238E27FC236}">
                  <a16:creationId xmlns:a16="http://schemas.microsoft.com/office/drawing/2014/main" id="{3BE00D50-8FCE-4E11-AA24-10B621732F20}"/>
                </a:ext>
              </a:extLst>
            </p:cNvPr>
            <p:cNvSpPr>
              <a:spLocks noChangeAspect="1"/>
            </p:cNvSpPr>
            <p:nvPr>
              <p:custDataLst>
                <p:tags r:id="rId8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5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34373"/>
                  </a:moveTo>
                  <a:arcTo wR="317500" hR="317500" stAng="5184000" swAng="110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0" name="Harvey 50/100 [50]">
              <a:extLst>
                <a:ext uri="{FF2B5EF4-FFF2-40B4-BE49-F238E27FC236}">
                  <a16:creationId xmlns:a16="http://schemas.microsoft.com/office/drawing/2014/main" id="{97083993-8BFD-443F-A3A3-D28EF389CE2B}"/>
                </a:ext>
              </a:extLst>
            </p:cNvPr>
            <p:cNvSpPr>
              <a:spLocks noChangeAspect="1"/>
            </p:cNvSpPr>
            <p:nvPr>
              <p:custDataLst>
                <p:tags r:id="rId8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1" name="Harvey 51/100 [51]">
              <a:extLst>
                <a:ext uri="{FF2B5EF4-FFF2-40B4-BE49-F238E27FC236}">
                  <a16:creationId xmlns:a16="http://schemas.microsoft.com/office/drawing/2014/main" id="{BDE38762-18E9-47FF-895E-325F5976ECAA}"/>
                </a:ext>
              </a:extLst>
            </p:cNvPr>
            <p:cNvSpPr>
              <a:spLocks noChangeAspect="1"/>
            </p:cNvSpPr>
            <p:nvPr>
              <p:custDataLst>
                <p:tags r:id="rId8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0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34373"/>
                  </a:moveTo>
                  <a:arcTo wR="317500" hR="317500" stAng="5616000" swAng="1058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2" name="Harvey 52/100 [52]">
              <a:extLst>
                <a:ext uri="{FF2B5EF4-FFF2-40B4-BE49-F238E27FC236}">
                  <a16:creationId xmlns:a16="http://schemas.microsoft.com/office/drawing/2014/main" id="{785EAA21-FBCD-46DC-8430-7AB12F5A66AF}"/>
                </a:ext>
              </a:extLst>
            </p:cNvPr>
            <p:cNvSpPr>
              <a:spLocks noChangeAspect="1"/>
            </p:cNvSpPr>
            <p:nvPr>
              <p:custDataLst>
                <p:tags r:id="rId8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2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632496"/>
                  </a:moveTo>
                  <a:arcTo wR="317500" hR="317500" stAng="5832000" swAng="1036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3" name="Harvey 53/100 [53]">
              <a:extLst>
                <a:ext uri="{FF2B5EF4-FFF2-40B4-BE49-F238E27FC236}">
                  <a16:creationId xmlns:a16="http://schemas.microsoft.com/office/drawing/2014/main" id="{858D54BA-F4A5-4C67-830E-E85FF6EE735D}"/>
                </a:ext>
              </a:extLst>
            </p:cNvPr>
            <p:cNvSpPr>
              <a:spLocks noChangeAspect="1"/>
            </p:cNvSpPr>
            <p:nvPr>
              <p:custDataLst>
                <p:tags r:id="rId8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4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629376"/>
                  </a:moveTo>
                  <a:arcTo wR="317500" hR="317500" stAng="6048000" swAng="101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4" name="Harvey 54/100 [54]">
              <a:extLst>
                <a:ext uri="{FF2B5EF4-FFF2-40B4-BE49-F238E27FC236}">
                  <a16:creationId xmlns:a16="http://schemas.microsoft.com/office/drawing/2014/main" id="{AC41BD7B-E1FA-4AED-B11C-E03936A672E6}"/>
                </a:ext>
              </a:extLst>
            </p:cNvPr>
            <p:cNvSpPr>
              <a:spLocks noChangeAspect="1"/>
            </p:cNvSpPr>
            <p:nvPr>
              <p:custDataLst>
                <p:tags r:id="rId8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6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625025"/>
                  </a:moveTo>
                  <a:arcTo wR="317500" hR="317500" stAng="6264000" swAng="99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5" name="Harvey 55/100 [55]">
              <a:extLst>
                <a:ext uri="{FF2B5EF4-FFF2-40B4-BE49-F238E27FC236}">
                  <a16:creationId xmlns:a16="http://schemas.microsoft.com/office/drawing/2014/main" id="{BAF901A0-5FD1-4B29-9AF9-DB8B19412429}"/>
                </a:ext>
              </a:extLst>
            </p:cNvPr>
            <p:cNvSpPr>
              <a:spLocks noChangeAspect="1"/>
            </p:cNvSpPr>
            <p:nvPr>
              <p:custDataLst>
                <p:tags r:id="rId8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8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619460"/>
                  </a:moveTo>
                  <a:arcTo wR="317500" hR="317500" stAng="6480000" swAng="97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6" name="Harvey 56/100 [56]">
              <a:extLst>
                <a:ext uri="{FF2B5EF4-FFF2-40B4-BE49-F238E27FC236}">
                  <a16:creationId xmlns:a16="http://schemas.microsoft.com/office/drawing/2014/main" id="{3EFF555D-6B7F-481F-ADC2-746953BA7F97}"/>
                </a:ext>
              </a:extLst>
            </p:cNvPr>
            <p:cNvSpPr>
              <a:spLocks noChangeAspect="1"/>
            </p:cNvSpPr>
            <p:nvPr>
              <p:custDataLst>
                <p:tags r:id="rId8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0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612704"/>
                  </a:moveTo>
                  <a:arcTo wR="317500" hR="317500" stAng="6696000" swAng="95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7" name="Harvey 57/100 [57]">
              <a:extLst>
                <a:ext uri="{FF2B5EF4-FFF2-40B4-BE49-F238E27FC236}">
                  <a16:creationId xmlns:a16="http://schemas.microsoft.com/office/drawing/2014/main" id="{A4D3BE31-8C07-4912-AB8B-8331A665C238}"/>
                </a:ext>
              </a:extLst>
            </p:cNvPr>
            <p:cNvSpPr>
              <a:spLocks noChangeAspect="1"/>
            </p:cNvSpPr>
            <p:nvPr>
              <p:custDataLst>
                <p:tags r:id="rId8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3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604782"/>
                  </a:moveTo>
                  <a:arcTo wR="317500" hR="317500" stAng="6911999" swAng="928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8" name="Harvey 58/100 [58]">
              <a:extLst>
                <a:ext uri="{FF2B5EF4-FFF2-40B4-BE49-F238E27FC236}">
                  <a16:creationId xmlns:a16="http://schemas.microsoft.com/office/drawing/2014/main" id="{E7B5A5D9-6DD2-4B0A-9557-7A7AF774103E}"/>
                </a:ext>
              </a:extLst>
            </p:cNvPr>
            <p:cNvSpPr>
              <a:spLocks noChangeAspect="1"/>
            </p:cNvSpPr>
            <p:nvPr>
              <p:custDataLst>
                <p:tags r:id="rId8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52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595727"/>
                  </a:moveTo>
                  <a:arcTo wR="317500" hR="317500" stAng="7127999" swAng="90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9" name="Harvey 59/100 [59]">
              <a:extLst>
                <a:ext uri="{FF2B5EF4-FFF2-40B4-BE49-F238E27FC236}">
                  <a16:creationId xmlns:a16="http://schemas.microsoft.com/office/drawing/2014/main" id="{88458C0E-D234-4C86-A6CC-B8CD6C445F00}"/>
                </a:ext>
              </a:extLst>
            </p:cNvPr>
            <p:cNvSpPr>
              <a:spLocks noChangeAspect="1"/>
            </p:cNvSpPr>
            <p:nvPr>
              <p:custDataLst>
                <p:tags r:id="rId9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74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585574"/>
                  </a:moveTo>
                  <a:arcTo wR="317500" hR="317500" stAng="7343999" swAng="88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0" name="Harvey 60/100 [60]">
              <a:extLst>
                <a:ext uri="{FF2B5EF4-FFF2-40B4-BE49-F238E27FC236}">
                  <a16:creationId xmlns:a16="http://schemas.microsoft.com/office/drawing/2014/main" id="{0924D2C6-D224-49FD-A4B8-312AFD605E78}"/>
                </a:ext>
              </a:extLst>
            </p:cNvPr>
            <p:cNvSpPr>
              <a:spLocks noChangeAspect="1"/>
            </p:cNvSpPr>
            <p:nvPr>
              <p:custDataLst>
                <p:tags r:id="rId9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574362"/>
                  </a:moveTo>
                  <a:arcTo wR="317500" hR="317500" stAng="7560000" swAng="86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1" name="Harvey 61/100 [61]">
              <a:extLst>
                <a:ext uri="{FF2B5EF4-FFF2-40B4-BE49-F238E27FC236}">
                  <a16:creationId xmlns:a16="http://schemas.microsoft.com/office/drawing/2014/main" id="{F9FB23C2-D568-49AC-B8FD-0480EB019739}"/>
                </a:ext>
              </a:extLst>
            </p:cNvPr>
            <p:cNvSpPr>
              <a:spLocks noChangeAspect="1"/>
            </p:cNvSpPr>
            <p:nvPr>
              <p:custDataLst>
                <p:tags r:id="rId9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1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562137"/>
                  </a:moveTo>
                  <a:arcTo wR="317500" hR="317500" stAng="7776000" swAng="84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2" name="Harvey 62/100 [62]">
              <a:extLst>
                <a:ext uri="{FF2B5EF4-FFF2-40B4-BE49-F238E27FC236}">
                  <a16:creationId xmlns:a16="http://schemas.microsoft.com/office/drawing/2014/main" id="{9EF3159D-F4FB-4032-BCCB-55E6ED5EEFC7}"/>
                </a:ext>
              </a:extLst>
            </p:cNvPr>
            <p:cNvSpPr>
              <a:spLocks noChangeAspect="1"/>
            </p:cNvSpPr>
            <p:nvPr>
              <p:custDataLst>
                <p:tags r:id="rId9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3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548947"/>
                  </a:moveTo>
                  <a:arcTo wR="317500" hR="317500" stAng="7991999" swAng="82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3" name="Harvey 63/100 [63]">
              <a:extLst>
                <a:ext uri="{FF2B5EF4-FFF2-40B4-BE49-F238E27FC236}">
                  <a16:creationId xmlns:a16="http://schemas.microsoft.com/office/drawing/2014/main" id="{9362C8EA-6D15-4E0C-8AE9-B1B50EB297B8}"/>
                </a:ext>
              </a:extLst>
            </p:cNvPr>
            <p:cNvSpPr>
              <a:spLocks noChangeAspect="1"/>
            </p:cNvSpPr>
            <p:nvPr>
              <p:custDataLst>
                <p:tags r:id="rId9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6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534843"/>
                  </a:moveTo>
                  <a:arcTo wR="317500" hR="317500" stAng="8208000" swAng="799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4" name="Harvey 64/100 [64]">
              <a:extLst>
                <a:ext uri="{FF2B5EF4-FFF2-40B4-BE49-F238E27FC236}">
                  <a16:creationId xmlns:a16="http://schemas.microsoft.com/office/drawing/2014/main" id="{91EB375D-1444-4BE3-A696-66272A1564CD}"/>
                </a:ext>
              </a:extLst>
            </p:cNvPr>
            <p:cNvSpPr>
              <a:spLocks noChangeAspect="1"/>
            </p:cNvSpPr>
            <p:nvPr>
              <p:custDataLst>
                <p:tags r:id="rId9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8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519882"/>
                  </a:moveTo>
                  <a:arcTo wR="317500" hR="317500" stAng="8424000" swAng="77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5" name="Harvey 65/100 [65]">
              <a:extLst>
                <a:ext uri="{FF2B5EF4-FFF2-40B4-BE49-F238E27FC236}">
                  <a16:creationId xmlns:a16="http://schemas.microsoft.com/office/drawing/2014/main" id="{9A3002B1-5D17-4BCB-9A44-B2FB4025D02F}"/>
                </a:ext>
              </a:extLst>
            </p:cNvPr>
            <p:cNvSpPr>
              <a:spLocks noChangeAspect="1"/>
            </p:cNvSpPr>
            <p:nvPr>
              <p:custDataLst>
                <p:tags r:id="rId9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0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504121"/>
                  </a:moveTo>
                  <a:arcTo wR="317500" hR="317500" stAng="8640000" swAng="755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6" name="Harvey 66/100 [66]">
              <a:extLst>
                <a:ext uri="{FF2B5EF4-FFF2-40B4-BE49-F238E27FC236}">
                  <a16:creationId xmlns:a16="http://schemas.microsoft.com/office/drawing/2014/main" id="{E5F2FDE4-04B2-4A45-A685-14E0C51883A5}"/>
                </a:ext>
              </a:extLst>
            </p:cNvPr>
            <p:cNvSpPr>
              <a:spLocks noChangeAspect="1"/>
            </p:cNvSpPr>
            <p:nvPr>
              <p:custDataLst>
                <p:tags r:id="rId9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2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487625"/>
                  </a:moveTo>
                  <a:arcTo wR="317500" hR="317500" stAng="8856000" swAng="734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7" name="Harvey 67/100 [67]">
              <a:extLst>
                <a:ext uri="{FF2B5EF4-FFF2-40B4-BE49-F238E27FC236}">
                  <a16:creationId xmlns:a16="http://schemas.microsoft.com/office/drawing/2014/main" id="{D399A169-3845-4CD5-A62C-F4586F1FAFE8}"/>
                </a:ext>
              </a:extLst>
            </p:cNvPr>
            <p:cNvSpPr>
              <a:spLocks noChangeAspect="1"/>
            </p:cNvSpPr>
            <p:nvPr>
              <p:custDataLst>
                <p:tags r:id="rId9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470456"/>
                  </a:moveTo>
                  <a:arcTo wR="317500" hR="317500" stAng="9072000" swAng="712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8" name="Harvey 68/100 [68]">
              <a:extLst>
                <a:ext uri="{FF2B5EF4-FFF2-40B4-BE49-F238E27FC236}">
                  <a16:creationId xmlns:a16="http://schemas.microsoft.com/office/drawing/2014/main" id="{E12F5173-9960-47F5-9A91-B043294E14CB}"/>
                </a:ext>
              </a:extLst>
            </p:cNvPr>
            <p:cNvSpPr>
              <a:spLocks noChangeAspect="1"/>
            </p:cNvSpPr>
            <p:nvPr>
              <p:custDataLst>
                <p:tags r:id="rId9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6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452684"/>
                  </a:moveTo>
                  <a:arcTo wR="317500" hR="317500" stAng="9288000" swAng="691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9" name="Harvey 69/100 [69]">
              <a:extLst>
                <a:ext uri="{FF2B5EF4-FFF2-40B4-BE49-F238E27FC236}">
                  <a16:creationId xmlns:a16="http://schemas.microsoft.com/office/drawing/2014/main" id="{DD9B9229-3D3A-4706-BEEC-04C19A30C5C3}"/>
                </a:ext>
              </a:extLst>
            </p:cNvPr>
            <p:cNvSpPr>
              <a:spLocks noChangeAspect="1"/>
            </p:cNvSpPr>
            <p:nvPr>
              <p:custDataLst>
                <p:tags r:id="rId10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90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434379"/>
                  </a:moveTo>
                  <a:arcTo wR="317500" hR="317500" stAng="9503999" swAng="66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0" name="Harvey 70/100 [70]">
              <a:extLst>
                <a:ext uri="{FF2B5EF4-FFF2-40B4-BE49-F238E27FC236}">
                  <a16:creationId xmlns:a16="http://schemas.microsoft.com/office/drawing/2014/main" id="{795A4CC8-0C08-491C-8D7F-95EC8E0E25B8}"/>
                </a:ext>
              </a:extLst>
            </p:cNvPr>
            <p:cNvSpPr>
              <a:spLocks noChangeAspect="1"/>
            </p:cNvSpPr>
            <p:nvPr>
              <p:custDataLst>
                <p:tags r:id="rId10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1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415612"/>
                  </a:moveTo>
                  <a:arcTo wR="317500" hR="317500" stAng="9719999" swAng="64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1" name="Harvey 71/100 [71]">
              <a:extLst>
                <a:ext uri="{FF2B5EF4-FFF2-40B4-BE49-F238E27FC236}">
                  <a16:creationId xmlns:a16="http://schemas.microsoft.com/office/drawing/2014/main" id="{91862A76-5FCC-4C25-9A3F-A10651AC7725}"/>
                </a:ext>
              </a:extLst>
            </p:cNvPr>
            <p:cNvSpPr>
              <a:spLocks noChangeAspect="1"/>
            </p:cNvSpPr>
            <p:nvPr>
              <p:custDataLst>
                <p:tags r:id="rId10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3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396459"/>
                  </a:moveTo>
                  <a:arcTo wR="317500" hR="317500" stAng="9936000" swAng="62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2" name="Harvey 72/100 [72]">
              <a:extLst>
                <a:ext uri="{FF2B5EF4-FFF2-40B4-BE49-F238E27FC236}">
                  <a16:creationId xmlns:a16="http://schemas.microsoft.com/office/drawing/2014/main" id="{46969644-17D9-45C9-A88A-9A88622DCE45}"/>
                </a:ext>
              </a:extLst>
            </p:cNvPr>
            <p:cNvSpPr>
              <a:spLocks noChangeAspect="1"/>
            </p:cNvSpPr>
            <p:nvPr>
              <p:custDataLst>
                <p:tags r:id="rId10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5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376993"/>
                  </a:moveTo>
                  <a:arcTo wR="317500" hR="317500" stAng="10152000" swAng="60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3" name="Harvey 73/100 [73]">
              <a:extLst>
                <a:ext uri="{FF2B5EF4-FFF2-40B4-BE49-F238E27FC236}">
                  <a16:creationId xmlns:a16="http://schemas.microsoft.com/office/drawing/2014/main" id="{F89621F9-3ABB-450D-913E-7B467F289A9B}"/>
                </a:ext>
              </a:extLst>
            </p:cNvPr>
            <p:cNvSpPr>
              <a:spLocks noChangeAspect="1"/>
            </p:cNvSpPr>
            <p:nvPr>
              <p:custDataLst>
                <p:tags r:id="rId10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7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357293"/>
                  </a:moveTo>
                  <a:arcTo wR="317500" hR="317500" stAng="10368000" swAng="58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4" name="Harvey 74/100 [74]">
              <a:extLst>
                <a:ext uri="{FF2B5EF4-FFF2-40B4-BE49-F238E27FC236}">
                  <a16:creationId xmlns:a16="http://schemas.microsoft.com/office/drawing/2014/main" id="{89EE4B1F-E703-471D-8307-BFB9EDEDB9F7}"/>
                </a:ext>
              </a:extLst>
            </p:cNvPr>
            <p:cNvSpPr>
              <a:spLocks noChangeAspect="1"/>
            </p:cNvSpPr>
            <p:nvPr>
              <p:custDataLst>
                <p:tags r:id="rId10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9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337435"/>
                  </a:moveTo>
                  <a:arcTo wR="317500" hR="317500" stAng="10583999" swAng="56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5" name="Harvey 75/100 [75]">
              <a:extLst>
                <a:ext uri="{FF2B5EF4-FFF2-40B4-BE49-F238E27FC236}">
                  <a16:creationId xmlns:a16="http://schemas.microsoft.com/office/drawing/2014/main" id="{8AB2EEA8-04AC-4B6C-8D90-28093DB647E6}"/>
                </a:ext>
              </a:extLst>
            </p:cNvPr>
            <p:cNvSpPr>
              <a:spLocks noChangeAspect="1"/>
            </p:cNvSpPr>
            <p:nvPr>
              <p:custDataLst>
                <p:tags r:id="rId10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6" name="Harvey 76/100 [76]">
              <a:extLst>
                <a:ext uri="{FF2B5EF4-FFF2-40B4-BE49-F238E27FC236}">
                  <a16:creationId xmlns:a16="http://schemas.microsoft.com/office/drawing/2014/main" id="{6F4E00F2-EA6F-4809-B2FD-4CE3ABE8C480}"/>
                </a:ext>
              </a:extLst>
            </p:cNvPr>
            <p:cNvSpPr>
              <a:spLocks noChangeAspect="1"/>
            </p:cNvSpPr>
            <p:nvPr>
              <p:custDataLst>
                <p:tags r:id="rId10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4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297564"/>
                  </a:moveTo>
                  <a:arcTo wR="317500" hR="317500" stAng="11016000" swAng="518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7" name="Harvey 77/100 [77]">
              <a:extLst>
                <a:ext uri="{FF2B5EF4-FFF2-40B4-BE49-F238E27FC236}">
                  <a16:creationId xmlns:a16="http://schemas.microsoft.com/office/drawing/2014/main" id="{CF5CA593-7B87-4492-9B35-2255514CB496}"/>
                </a:ext>
              </a:extLst>
            </p:cNvPr>
            <p:cNvSpPr>
              <a:spLocks noChangeAspect="1"/>
            </p:cNvSpPr>
            <p:nvPr>
              <p:custDataLst>
                <p:tags r:id="rId10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6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277706"/>
                  </a:moveTo>
                  <a:arcTo wR="317500" hR="317500" stAng="11232000" swAng="49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8" name="Harvey 78/100 [78]">
              <a:extLst>
                <a:ext uri="{FF2B5EF4-FFF2-40B4-BE49-F238E27FC236}">
                  <a16:creationId xmlns:a16="http://schemas.microsoft.com/office/drawing/2014/main" id="{8C036464-458E-48D4-BAC8-84819F820C60}"/>
                </a:ext>
              </a:extLst>
            </p:cNvPr>
            <p:cNvSpPr>
              <a:spLocks noChangeAspect="1"/>
            </p:cNvSpPr>
            <p:nvPr>
              <p:custDataLst>
                <p:tags r:id="rId10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8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258006"/>
                  </a:moveTo>
                  <a:arcTo wR="317500" hR="317500" stAng="11448000" swAng="475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9" name="Harvey 79/100 [79]">
              <a:extLst>
                <a:ext uri="{FF2B5EF4-FFF2-40B4-BE49-F238E27FC236}">
                  <a16:creationId xmlns:a16="http://schemas.microsoft.com/office/drawing/2014/main" id="{6FD5AC00-8293-447C-B728-B963DD67B1C2}"/>
                </a:ext>
              </a:extLst>
            </p:cNvPr>
            <p:cNvSpPr>
              <a:spLocks noChangeAspect="1"/>
            </p:cNvSpPr>
            <p:nvPr>
              <p:custDataLst>
                <p:tags r:id="rId11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0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238540"/>
                  </a:moveTo>
                  <a:arcTo wR="317500" hR="317500" stAng="11664000" swAng="45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0" name="Harvey 80/100 [80]">
              <a:extLst>
                <a:ext uri="{FF2B5EF4-FFF2-40B4-BE49-F238E27FC236}">
                  <a16:creationId xmlns:a16="http://schemas.microsoft.com/office/drawing/2014/main" id="{29C0F859-BC49-430F-8C59-C0B9109E47A3}"/>
                </a:ext>
              </a:extLst>
            </p:cNvPr>
            <p:cNvSpPr>
              <a:spLocks noChangeAspect="1"/>
            </p:cNvSpPr>
            <p:nvPr>
              <p:custDataLst>
                <p:tags r:id="rId11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219387"/>
                  </a:moveTo>
                  <a:arcTo wR="317500" hR="317500" stAng="11880000" swAng="43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1" name="Harvey 81/100 [81]">
              <a:extLst>
                <a:ext uri="{FF2B5EF4-FFF2-40B4-BE49-F238E27FC236}">
                  <a16:creationId xmlns:a16="http://schemas.microsoft.com/office/drawing/2014/main" id="{F78719E3-0417-4867-B70D-21538B3AC36E}"/>
                </a:ext>
              </a:extLst>
            </p:cNvPr>
            <p:cNvSpPr>
              <a:spLocks noChangeAspect="1"/>
            </p:cNvSpPr>
            <p:nvPr>
              <p:custDataLst>
                <p:tags r:id="rId11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4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200620"/>
                  </a:moveTo>
                  <a:arcTo wR="317500" hR="317500" stAng="12096000" swAng="41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2" name="Harvey 82/100 [82]">
              <a:extLst>
                <a:ext uri="{FF2B5EF4-FFF2-40B4-BE49-F238E27FC236}">
                  <a16:creationId xmlns:a16="http://schemas.microsoft.com/office/drawing/2014/main" id="{9C5D0905-7412-4C75-BC20-E51105CA783D}"/>
                </a:ext>
              </a:extLst>
            </p:cNvPr>
            <p:cNvSpPr>
              <a:spLocks noChangeAspect="1"/>
            </p:cNvSpPr>
            <p:nvPr>
              <p:custDataLst>
                <p:tags r:id="rId11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7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182315"/>
                  </a:moveTo>
                  <a:arcTo wR="317500" hR="317500" stAng="12312000" swAng="388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3" name="Harvey 83/100 [83]">
              <a:extLst>
                <a:ext uri="{FF2B5EF4-FFF2-40B4-BE49-F238E27FC236}">
                  <a16:creationId xmlns:a16="http://schemas.microsoft.com/office/drawing/2014/main" id="{96AA2E20-CC65-4632-B3D4-93E962B59D4C}"/>
                </a:ext>
              </a:extLst>
            </p:cNvPr>
            <p:cNvSpPr>
              <a:spLocks noChangeAspect="1"/>
            </p:cNvSpPr>
            <p:nvPr>
              <p:custDataLst>
                <p:tags r:id="rId11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9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164543"/>
                  </a:moveTo>
                  <a:arcTo wR="317500" hR="317500" stAng="12528000" swAng="36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4" name="Harvey 84/100 [84]">
              <a:extLst>
                <a:ext uri="{FF2B5EF4-FFF2-40B4-BE49-F238E27FC236}">
                  <a16:creationId xmlns:a16="http://schemas.microsoft.com/office/drawing/2014/main" id="{9B4360A3-E0B2-48F7-B5A8-D24513748A82}"/>
                </a:ext>
              </a:extLst>
            </p:cNvPr>
            <p:cNvSpPr>
              <a:spLocks noChangeAspect="1"/>
            </p:cNvSpPr>
            <p:nvPr>
              <p:custDataLst>
                <p:tags r:id="rId11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1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147374"/>
                  </a:moveTo>
                  <a:arcTo wR="317500" hR="317500" stAng="12743999" swAng="34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5" name="Harvey 85/100 [85]">
              <a:extLst>
                <a:ext uri="{FF2B5EF4-FFF2-40B4-BE49-F238E27FC236}">
                  <a16:creationId xmlns:a16="http://schemas.microsoft.com/office/drawing/2014/main" id="{D694B21E-EEA0-48FA-A35C-7B6570B3F861}"/>
                </a:ext>
              </a:extLst>
            </p:cNvPr>
            <p:cNvSpPr>
              <a:spLocks noChangeAspect="1"/>
            </p:cNvSpPr>
            <p:nvPr>
              <p:custDataLst>
                <p:tags r:id="rId11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3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130878"/>
                  </a:moveTo>
                  <a:arcTo wR="317500" hR="317500" stAng="12960000" swAng="32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6" name="Harvey 86/100 [86]">
              <a:extLst>
                <a:ext uri="{FF2B5EF4-FFF2-40B4-BE49-F238E27FC236}">
                  <a16:creationId xmlns:a16="http://schemas.microsoft.com/office/drawing/2014/main" id="{85E1AF41-C21D-4514-B37E-CC830BC09C0A}"/>
                </a:ext>
              </a:extLst>
            </p:cNvPr>
            <p:cNvSpPr>
              <a:spLocks noChangeAspect="1"/>
            </p:cNvSpPr>
            <p:nvPr>
              <p:custDataLst>
                <p:tags r:id="rId11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5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115117"/>
                  </a:moveTo>
                  <a:arcTo wR="317500" hR="317500" stAng="13176000" swAng="30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7" name="Harvey 87/100 [87]">
              <a:extLst>
                <a:ext uri="{FF2B5EF4-FFF2-40B4-BE49-F238E27FC236}">
                  <a16:creationId xmlns:a16="http://schemas.microsoft.com/office/drawing/2014/main" id="{E3948F2E-FD5F-4107-B122-9AC75FE0CD9E}"/>
                </a:ext>
              </a:extLst>
            </p:cNvPr>
            <p:cNvSpPr>
              <a:spLocks noChangeAspect="1"/>
            </p:cNvSpPr>
            <p:nvPr>
              <p:custDataLst>
                <p:tags r:id="rId11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7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100156"/>
                  </a:moveTo>
                  <a:arcTo wR="317500" hR="317500" stAng="13392000" swAng="28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8" name="Harvey 88/100 [88]">
              <a:extLst>
                <a:ext uri="{FF2B5EF4-FFF2-40B4-BE49-F238E27FC236}">
                  <a16:creationId xmlns:a16="http://schemas.microsoft.com/office/drawing/2014/main" id="{744E57ED-019F-4A8B-A06E-9FB965FEBB23}"/>
                </a:ext>
              </a:extLst>
            </p:cNvPr>
            <p:cNvSpPr>
              <a:spLocks noChangeAspect="1"/>
            </p:cNvSpPr>
            <p:nvPr>
              <p:custDataLst>
                <p:tags r:id="rId11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0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86052"/>
                  </a:moveTo>
                  <a:arcTo wR="317500" hR="317500" stAng="13608000" swAng="259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9" name="Harvey 89/100 [89]">
              <a:extLst>
                <a:ext uri="{FF2B5EF4-FFF2-40B4-BE49-F238E27FC236}">
                  <a16:creationId xmlns:a16="http://schemas.microsoft.com/office/drawing/2014/main" id="{5567719B-31CA-4A86-801E-E0531122E504}"/>
                </a:ext>
              </a:extLst>
            </p:cNvPr>
            <p:cNvSpPr>
              <a:spLocks noChangeAspect="1"/>
            </p:cNvSpPr>
            <p:nvPr>
              <p:custDataLst>
                <p:tags r:id="rId12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2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72862"/>
                  </a:moveTo>
                  <a:arcTo wR="317500" hR="317500" stAng="13823999" swAng="237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0" name="Harvey 90/100 [90]">
              <a:extLst>
                <a:ext uri="{FF2B5EF4-FFF2-40B4-BE49-F238E27FC236}">
                  <a16:creationId xmlns:a16="http://schemas.microsoft.com/office/drawing/2014/main" id="{2CD4B3A1-B882-43A6-A4CA-C9FCA394B28B}"/>
                </a:ext>
              </a:extLst>
            </p:cNvPr>
            <p:cNvSpPr>
              <a:spLocks noChangeAspect="1"/>
            </p:cNvSpPr>
            <p:nvPr>
              <p:custDataLst>
                <p:tags r:id="rId12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60637"/>
                  </a:moveTo>
                  <a:arcTo wR="317500" hR="317500" stAng="14040000" swAng="215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1" name="Harvey 91/100 [91]">
              <a:extLst>
                <a:ext uri="{FF2B5EF4-FFF2-40B4-BE49-F238E27FC236}">
                  <a16:creationId xmlns:a16="http://schemas.microsoft.com/office/drawing/2014/main" id="{68606D93-5175-4900-AD89-6D0710AFE75F}"/>
                </a:ext>
              </a:extLst>
            </p:cNvPr>
            <p:cNvSpPr>
              <a:spLocks noChangeAspect="1"/>
            </p:cNvSpPr>
            <p:nvPr>
              <p:custDataLst>
                <p:tags r:id="rId12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6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49425"/>
                  </a:moveTo>
                  <a:arcTo wR="317500" hR="317500" stAng="14256000" swAng="194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2" name="Harvey 92/100 [92]">
              <a:extLst>
                <a:ext uri="{FF2B5EF4-FFF2-40B4-BE49-F238E27FC236}">
                  <a16:creationId xmlns:a16="http://schemas.microsoft.com/office/drawing/2014/main" id="{7EE30864-DDCC-4BBA-B70A-48810E224581}"/>
                </a:ext>
              </a:extLst>
            </p:cNvPr>
            <p:cNvSpPr>
              <a:spLocks noChangeAspect="1"/>
            </p:cNvSpPr>
            <p:nvPr>
              <p:custDataLst>
                <p:tags r:id="rId12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8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39272"/>
                  </a:moveTo>
                  <a:arcTo wR="317500" hR="317500" stAng="14472000" swAng="172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3" name="Harvey 93/100 [93]">
              <a:extLst>
                <a:ext uri="{FF2B5EF4-FFF2-40B4-BE49-F238E27FC236}">
                  <a16:creationId xmlns:a16="http://schemas.microsoft.com/office/drawing/2014/main" id="{608CA488-A707-4C7A-9287-9DA9A38ED3D4}"/>
                </a:ext>
              </a:extLst>
            </p:cNvPr>
            <p:cNvSpPr>
              <a:spLocks noChangeAspect="1"/>
            </p:cNvSpPr>
            <p:nvPr>
              <p:custDataLst>
                <p:tags r:id="rId12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0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30217"/>
                  </a:moveTo>
                  <a:arcTo wR="317500" hR="317500" stAng="14688000" swAng="151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4" name="Harvey 94/100 [94]">
              <a:extLst>
                <a:ext uri="{FF2B5EF4-FFF2-40B4-BE49-F238E27FC236}">
                  <a16:creationId xmlns:a16="http://schemas.microsoft.com/office/drawing/2014/main" id="{FE1836A9-F92A-4F07-BBB8-2274E290E952}"/>
                </a:ext>
              </a:extLst>
            </p:cNvPr>
            <p:cNvSpPr>
              <a:spLocks noChangeAspect="1"/>
            </p:cNvSpPr>
            <p:nvPr>
              <p:custDataLst>
                <p:tags r:id="rId12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3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22295"/>
                  </a:moveTo>
                  <a:arcTo wR="317500" hR="317500" stAng="14903999" swAng="12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5" name="Harvey 95/100 [95]">
              <a:extLst>
                <a:ext uri="{FF2B5EF4-FFF2-40B4-BE49-F238E27FC236}">
                  <a16:creationId xmlns:a16="http://schemas.microsoft.com/office/drawing/2014/main" id="{3169BE73-7F99-46E3-BDA9-D9BB85BE343E}"/>
                </a:ext>
              </a:extLst>
            </p:cNvPr>
            <p:cNvSpPr>
              <a:spLocks noChangeAspect="1"/>
            </p:cNvSpPr>
            <p:nvPr>
              <p:custDataLst>
                <p:tags r:id="rId12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5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15539"/>
                  </a:moveTo>
                  <a:arcTo wR="317500" hR="317500" stAng="15120000" swAng="10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6" name="Harvey 96/100 [96]">
              <a:extLst>
                <a:ext uri="{FF2B5EF4-FFF2-40B4-BE49-F238E27FC236}">
                  <a16:creationId xmlns:a16="http://schemas.microsoft.com/office/drawing/2014/main" id="{12E3B5ED-B1AB-4A99-BD20-FF638135BE37}"/>
                </a:ext>
              </a:extLst>
            </p:cNvPr>
            <p:cNvSpPr>
              <a:spLocks noChangeAspect="1"/>
            </p:cNvSpPr>
            <p:nvPr>
              <p:custDataLst>
                <p:tags r:id="rId12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73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9974"/>
                  </a:moveTo>
                  <a:arcTo wR="317500" hR="317500" stAng="15335999" swAng="8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7" name="Harvey 97/100 [97]">
              <a:extLst>
                <a:ext uri="{FF2B5EF4-FFF2-40B4-BE49-F238E27FC236}">
                  <a16:creationId xmlns:a16="http://schemas.microsoft.com/office/drawing/2014/main" id="{75A7FEAD-6C4B-4F7A-BB60-3A68D96114DE}"/>
                </a:ext>
              </a:extLst>
            </p:cNvPr>
            <p:cNvSpPr>
              <a:spLocks noChangeAspect="1"/>
            </p:cNvSpPr>
            <p:nvPr>
              <p:custDataLst>
                <p:tags r:id="rId12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9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5623"/>
                  </a:moveTo>
                  <a:arcTo wR="317500" hR="317500" stAng="15552000" swAng="6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8" name="Harvey 98/100 [98]">
              <a:extLst>
                <a:ext uri="{FF2B5EF4-FFF2-40B4-BE49-F238E27FC236}">
                  <a16:creationId xmlns:a16="http://schemas.microsoft.com/office/drawing/2014/main" id="{C4B5128E-9380-4C38-A1EB-CB12E7401609}"/>
                </a:ext>
              </a:extLst>
            </p:cNvPr>
            <p:cNvSpPr>
              <a:spLocks noChangeAspect="1"/>
            </p:cNvSpPr>
            <p:nvPr>
              <p:custDataLst>
                <p:tags r:id="rId12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1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2503"/>
                  </a:moveTo>
                  <a:arcTo wR="317500" hR="317500" stAng="15768000" swAng="4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9" name="Harvey 99/100 [99]">
              <a:extLst>
                <a:ext uri="{FF2B5EF4-FFF2-40B4-BE49-F238E27FC236}">
                  <a16:creationId xmlns:a16="http://schemas.microsoft.com/office/drawing/2014/main" id="{50F634E4-E5B9-4DA6-9F91-8AF5B6ACF1FB}"/>
                </a:ext>
              </a:extLst>
            </p:cNvPr>
            <p:cNvSpPr>
              <a:spLocks noChangeAspect="1"/>
            </p:cNvSpPr>
            <p:nvPr>
              <p:custDataLst>
                <p:tags r:id="rId13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3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26"/>
                  </a:moveTo>
                  <a:arcTo wR="317500" hR="317500" stAng="15983999" swAng="2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30" name="Harvey 100/100 [100]">
              <a:extLst>
                <a:ext uri="{FF2B5EF4-FFF2-40B4-BE49-F238E27FC236}">
                  <a16:creationId xmlns:a16="http://schemas.microsoft.com/office/drawing/2014/main" id="{94AA53CD-8233-470E-AFEE-0BCC721BFAE9}"/>
                </a:ext>
              </a:extLst>
            </p:cNvPr>
            <p:cNvSpPr>
              <a:spLocks noChangeAspect="1"/>
            </p:cNvSpPr>
            <p:nvPr>
              <p:custDataLst>
                <p:tags r:id="rId13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</p:grpSp>
      <p:sp>
        <p:nvSpPr>
          <p:cNvPr id="131" name="Footnote [Placeholder]" hidden="1">
            <a:extLst>
              <a:ext uri="{FF2B5EF4-FFF2-40B4-BE49-F238E27FC236}">
                <a16:creationId xmlns:a16="http://schemas.microsoft.com/office/drawing/2014/main" id="{1B41FB17-6D57-4EE1-9C4C-9C305D5D6BEC}"/>
              </a:ext>
            </a:extLst>
          </p:cNvPr>
          <p:cNvSpPr txBox="1"/>
          <p:nvPr userDrawn="1"/>
        </p:nvSpPr>
        <p:spPr>
          <a:xfrm>
            <a:off x="503238" y="5984668"/>
            <a:ext cx="1018820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900" b="0" i="0" kern="0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(r) Footnote</a:t>
            </a:r>
          </a:p>
        </p:txBody>
      </p:sp>
      <p:sp>
        <p:nvSpPr>
          <p:cNvPr id="133" name="Discussion [Sticker]" hidden="1">
            <a:extLst>
              <a:ext uri="{FF2B5EF4-FFF2-40B4-BE49-F238E27FC236}">
                <a16:creationId xmlns:a16="http://schemas.microsoft.com/office/drawing/2014/main" id="{7C793D27-9296-461C-878D-BA16CBD91587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72 Brand Medium" panose="02000000000000000000" pitchFamily="2" charset="0"/>
                <a:cs typeface="+mn-cs"/>
              </a:rPr>
              <a:t>For discussion</a:t>
            </a:r>
          </a:p>
        </p:txBody>
      </p:sp>
      <p:sp>
        <p:nvSpPr>
          <p:cNvPr id="134" name="Internal [Sticker]" hidden="1">
            <a:extLst>
              <a:ext uri="{FF2B5EF4-FFF2-40B4-BE49-F238E27FC236}">
                <a16:creationId xmlns:a16="http://schemas.microsoft.com/office/drawing/2014/main" id="{704CE42F-5A9B-4CC0-8048-99928A53C0C4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Internal use only</a:t>
            </a:r>
          </a:p>
        </p:txBody>
      </p:sp>
      <p:sp>
        <p:nvSpPr>
          <p:cNvPr id="135" name="Final [Sticker]" hidden="1">
            <a:extLst>
              <a:ext uri="{FF2B5EF4-FFF2-40B4-BE49-F238E27FC236}">
                <a16:creationId xmlns:a16="http://schemas.microsoft.com/office/drawing/2014/main" id="{348603E9-9858-4213-9B5B-929AD136906A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Final slide</a:t>
            </a:r>
          </a:p>
        </p:txBody>
      </p:sp>
      <p:sp>
        <p:nvSpPr>
          <p:cNvPr id="136" name="Backup [Sticker]" hidden="1">
            <a:extLst>
              <a:ext uri="{FF2B5EF4-FFF2-40B4-BE49-F238E27FC236}">
                <a16:creationId xmlns:a16="http://schemas.microsoft.com/office/drawing/2014/main" id="{7EEB833A-9AFC-4A66-8469-9D3897CE1E66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Backup</a:t>
            </a:r>
          </a:p>
        </p:txBody>
      </p:sp>
      <p:sp>
        <p:nvSpPr>
          <p:cNvPr id="137" name="Update [Sticker]" hidden="1">
            <a:extLst>
              <a:ext uri="{FF2B5EF4-FFF2-40B4-BE49-F238E27FC236}">
                <a16:creationId xmlns:a16="http://schemas.microsoft.com/office/drawing/2014/main" id="{D41FF937-AB04-46EE-82EF-FCE26A919A7B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Update data</a:t>
            </a:r>
          </a:p>
        </p:txBody>
      </p:sp>
      <p:sp>
        <p:nvSpPr>
          <p:cNvPr id="138" name="Dummy [Sticker]" hidden="1">
            <a:extLst>
              <a:ext uri="{FF2B5EF4-FFF2-40B4-BE49-F238E27FC236}">
                <a16:creationId xmlns:a16="http://schemas.microsoft.com/office/drawing/2014/main" id="{06C5579C-7A02-48D6-A733-4B9E6D9F1443}"/>
              </a:ext>
            </a:extLst>
          </p:cNvPr>
          <p:cNvSpPr>
            <a:spLocks/>
          </p:cNvSpPr>
          <p:nvPr userDrawn="1"/>
        </p:nvSpPr>
        <p:spPr>
          <a:xfrm>
            <a:off x="10071105" y="896920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</a:rPr>
              <a:t>Dummy data</a:t>
            </a:r>
          </a:p>
        </p:txBody>
      </p:sp>
      <p:sp>
        <p:nvSpPr>
          <p:cNvPr id="139" name="Formatting [Comment]" hidden="1">
            <a:extLst>
              <a:ext uri="{FF2B5EF4-FFF2-40B4-BE49-F238E27FC236}">
                <a16:creationId xmlns:a16="http://schemas.microsoft.com/office/drawing/2014/main" id="{89EB4C18-DFF3-4A27-ACBB-99DCDC8961A8}"/>
              </a:ext>
            </a:extLst>
          </p:cNvPr>
          <p:cNvSpPr>
            <a:spLocks/>
          </p:cNvSpPr>
          <p:nvPr userDrawn="1"/>
        </p:nvSpPr>
        <p:spPr>
          <a:xfrm>
            <a:off x="9483344" y="1097679"/>
            <a:ext cx="2479101" cy="1277432"/>
          </a:xfrm>
          <a:prstGeom prst="wedgeRectCallout">
            <a:avLst/>
          </a:prstGeom>
          <a:solidFill>
            <a:srgbClr val="FFFF00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143252" tIns="143252" rIns="143252" bIns="143252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72 Brand" panose="020B0504030603020204" pitchFamily="34" charset="0"/>
            </a:endParaRPr>
          </a:p>
        </p:txBody>
      </p:sp>
      <p:sp>
        <p:nvSpPr>
          <p:cNvPr id="140" name="Content [Comment]" hidden="1">
            <a:extLst>
              <a:ext uri="{FF2B5EF4-FFF2-40B4-BE49-F238E27FC236}">
                <a16:creationId xmlns:a16="http://schemas.microsoft.com/office/drawing/2014/main" id="{906252E7-98DB-45F0-8278-EB60F71B7340}"/>
              </a:ext>
            </a:extLst>
          </p:cNvPr>
          <p:cNvSpPr>
            <a:spLocks/>
          </p:cNvSpPr>
          <p:nvPr userDrawn="1"/>
        </p:nvSpPr>
        <p:spPr>
          <a:xfrm>
            <a:off x="9483344" y="1097671"/>
            <a:ext cx="2479101" cy="1277440"/>
          </a:xfrm>
          <a:prstGeom prst="wedgeRectCallout">
            <a:avLst/>
          </a:prstGeom>
          <a:solidFill>
            <a:srgbClr val="FFFF00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143252" tIns="143252" rIns="143252" bIns="143252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</p:txBody>
      </p:sp>
      <p:sp>
        <p:nvSpPr>
          <p:cNvPr id="141" name="Draft [Sticker]" hidden="1">
            <a:extLst>
              <a:ext uri="{FF2B5EF4-FFF2-40B4-BE49-F238E27FC236}">
                <a16:creationId xmlns:a16="http://schemas.microsoft.com/office/drawing/2014/main" id="{904633E3-6BC9-4C5E-B74A-8B9D4AE95B20}"/>
              </a:ext>
            </a:extLst>
          </p:cNvPr>
          <p:cNvSpPr/>
          <p:nvPr userDrawn="1"/>
        </p:nvSpPr>
        <p:spPr bwMode="gray">
          <a:xfrm rot="18900000">
            <a:off x="2916643" y="2819462"/>
            <a:ext cx="6361889" cy="1219077"/>
          </a:xfrm>
          <a:prstGeom prst="rect">
            <a:avLst/>
          </a:prstGeom>
          <a:noFill/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8800" b="0" i="0" u="none" strike="noStrike" kern="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40829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861" r:id="rId2"/>
    <p:sldLayoutId id="2147483862" r:id="rId3"/>
    <p:sldLayoutId id="2147483819" r:id="rId4"/>
    <p:sldLayoutId id="2147483741" r:id="rId5"/>
    <p:sldLayoutId id="2147483765" r:id="rId6"/>
    <p:sldLayoutId id="2147483800" r:id="rId7"/>
    <p:sldLayoutId id="2147483744" r:id="rId8"/>
    <p:sldLayoutId id="2147483860" r:id="rId9"/>
    <p:sldLayoutId id="2147483864" r:id="rId10"/>
    <p:sldLayoutId id="2147483865" r:id="rId11"/>
    <p:sldLayoutId id="2147483743" r:id="rId12"/>
    <p:sldLayoutId id="2147483774" r:id="rId13"/>
    <p:sldLayoutId id="2147483863" r:id="rId14"/>
    <p:sldLayoutId id="2147483745" r:id="rId15"/>
    <p:sldLayoutId id="2147483760" r:id="rId16"/>
    <p:sldLayoutId id="2147483768" r:id="rId17"/>
    <p:sldLayoutId id="2147483769" r:id="rId18"/>
    <p:sldLayoutId id="2147483770" r:id="rId19"/>
    <p:sldLayoutId id="2147483757" r:id="rId20"/>
    <p:sldLayoutId id="2147483771" r:id="rId21"/>
    <p:sldLayoutId id="2147483763" r:id="rId22"/>
    <p:sldLayoutId id="2147483751" r:id="rId23"/>
    <p:sldLayoutId id="2147483824" r:id="rId24"/>
    <p:sldLayoutId id="2147483802" r:id="rId25"/>
  </p:sldLayoutIdLst>
  <p:hf hdr="0" ftr="0" dt="0"/>
  <p:txStyles>
    <p:titleStyle>
      <a:lvl1pPr algn="l" defTabSz="1088558" rtl="0" eaLnBrk="1" latinLnBrk="0" hangingPunct="1">
        <a:spcBef>
          <a:spcPct val="0"/>
        </a:spcBef>
        <a:buNone/>
        <a:defRPr sz="2400" b="0" i="0" kern="1200" baseline="0">
          <a:solidFill>
            <a:schemeClr val="tx1"/>
          </a:solidFill>
          <a:latin typeface="72 Brand Medium" panose="020B0504030603020204" pitchFamily="34" charset="0"/>
          <a:ea typeface="+mj-ea"/>
          <a:cs typeface="+mj-cs"/>
        </a:defRPr>
      </a:lvl1pPr>
    </p:titleStyle>
    <p:bodyStyle>
      <a:lvl1pPr marL="0" indent="0" algn="l" defTabSz="1088558" rtl="0" eaLnBrk="1" latinLnBrk="0" hangingPunct="1">
        <a:spcBef>
          <a:spcPts val="1800"/>
        </a:spcBef>
        <a:buClrTx/>
        <a:buSzPct val="80000"/>
        <a:buFont typeface="72 Brand" panose="02000000000000000000" pitchFamily="2" charset="0"/>
        <a:buChar char="​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179964" indent="-179964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79388" algn="l" defTabSz="1088558" rtl="0" eaLnBrk="1" latinLnBrk="0" hangingPunct="1">
        <a:spcBef>
          <a:spcPts val="300"/>
        </a:spcBef>
        <a:buClr>
          <a:schemeClr val="tx1"/>
        </a:buClr>
        <a:buSzPct val="100000"/>
        <a:buFont typeface="Arial" panose="020B0604020202020204" pitchFamily="34" charset="0"/>
        <a:buChar char="–"/>
        <a:defRPr lang="en-US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539892" indent="-179964" algn="l" defTabSz="1088558" rtl="0" eaLnBrk="1" latinLnBrk="0" hangingPunct="1">
        <a:spcBef>
          <a:spcPts val="300"/>
        </a:spcBef>
        <a:buClr>
          <a:schemeClr val="tx1"/>
        </a:buClr>
        <a:buSzPct val="80000"/>
        <a:buFont typeface="Courier New" panose="02070309020205020404" pitchFamily="49" charset="0"/>
        <a:buChar char="o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719856" indent="-179964" algn="l" defTabSz="1088558" rtl="0" eaLnBrk="1" latinLnBrk="0" hangingPunct="1">
        <a:spcBef>
          <a:spcPts val="100"/>
        </a:spcBef>
        <a:buClr>
          <a:schemeClr val="tx1"/>
        </a:buClr>
        <a:buSzPct val="100000"/>
        <a:buFont typeface="Symbol" panose="05050102010706020507" pitchFamily="18" charset="2"/>
        <a:buChar char="-"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993535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37814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082093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26373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279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558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837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11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39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675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09954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233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73" userDrawn="1">
          <p15:clr>
            <a:srgbClr val="F26B43"/>
          </p15:clr>
        </p15:guide>
        <p15:guide id="3" orient="horz" pos="317" userDrawn="1">
          <p15:clr>
            <a:srgbClr val="F26B43"/>
          </p15:clr>
        </p15:guide>
        <p15:guide id="4" pos="317" userDrawn="1">
          <p15:clr>
            <a:srgbClr val="F26B43"/>
          </p15:clr>
        </p15:guide>
        <p15:guide id="5" pos="7373" userDrawn="1">
          <p15:clr>
            <a:srgbClr val="F26B43"/>
          </p15:clr>
        </p15:guide>
        <p15:guide id="6" orient="horz" pos="399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19.sv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25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emf"/><Relationship Id="rId10" Type="http://schemas.openxmlformats.org/officeDocument/2006/relationships/image" Target="../media/image22.png"/><Relationship Id="rId4" Type="http://schemas.openxmlformats.org/officeDocument/2006/relationships/oleObject" Target="../embeddings/oleObject1.bin"/><Relationship Id="rId9" Type="http://schemas.openxmlformats.org/officeDocument/2006/relationships/image" Target="../media/image21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17822-DC0F-5756-43AD-6D4DFD672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858963"/>
            <a:ext cx="5809588" cy="1844550"/>
          </a:xfrm>
        </p:spPr>
        <p:txBody>
          <a:bodyPr/>
          <a:lstStyle/>
          <a:p>
            <a:r>
              <a:rPr lang="de-DE" dirty="0"/>
              <a:t>AD260</a:t>
            </a:r>
            <a:br>
              <a:rPr lang="de-DE" dirty="0"/>
            </a:br>
            <a:r>
              <a:rPr lang="en-US" b="1" dirty="0"/>
              <a:t>UI extensibility on cloud and ABAP:</a:t>
            </a:r>
            <a:br>
              <a:rPr lang="en-US" b="1" dirty="0"/>
            </a:br>
            <a:r>
              <a:rPr lang="en-US" b="1" dirty="0"/>
              <a:t>What's in it for you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4C633E-6121-9D5A-A44C-9E590B83935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93337" y="4027468"/>
            <a:ext cx="4271575" cy="889971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Tommy Vinh Lam - Senior Developer, SAP</a:t>
            </a:r>
          </a:p>
          <a:p>
            <a:r>
              <a:rPr lang="de-DE" dirty="0"/>
              <a:t>Daniel Schlachter - Software </a:t>
            </a:r>
            <a:r>
              <a:rPr lang="de-DE" dirty="0" err="1"/>
              <a:t>Architect</a:t>
            </a:r>
            <a:r>
              <a:rPr lang="de-DE" dirty="0"/>
              <a:t>, SAP</a:t>
            </a:r>
          </a:p>
          <a:p>
            <a:r>
              <a:rPr lang="de-DE" dirty="0"/>
              <a:t>Christian Voshage - </a:t>
            </a:r>
            <a:r>
              <a:rPr lang="de-DE" dirty="0" err="1"/>
              <a:t>Product</a:t>
            </a:r>
            <a:r>
              <a:rPr lang="de-DE" dirty="0"/>
              <a:t> Manager Expert, SAP</a:t>
            </a:r>
          </a:p>
          <a:p>
            <a:r>
              <a:rPr lang="de-DE" dirty="0"/>
              <a:t>Steffen Weinstock - Development Expert, SAP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B4A004D-868A-8A89-3009-AE0FA4548BD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3337" y="5241394"/>
            <a:ext cx="4271575" cy="231153"/>
          </a:xfrm>
        </p:spPr>
        <p:txBody>
          <a:bodyPr/>
          <a:lstStyle/>
          <a:p>
            <a:r>
              <a:rPr lang="de-DE" dirty="0"/>
              <a:t>November 2025</a:t>
            </a:r>
          </a:p>
        </p:txBody>
      </p:sp>
    </p:spTree>
    <p:extLst>
      <p:ext uri="{BB962C8B-B14F-4D97-AF65-F5344CB8AC3E}">
        <p14:creationId xmlns:p14="http://schemas.microsoft.com/office/powerpoint/2010/main" val="4020567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A93F-31B1-B3E4-A55E-D225B91D8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1290">
            <a:extLst>
              <a:ext uri="{FF2B5EF4-FFF2-40B4-BE49-F238E27FC236}">
                <a16:creationId xmlns:a16="http://schemas.microsoft.com/office/drawing/2014/main" id="{8A64E034-CC16-5EAB-5A88-A311A66867C5}"/>
              </a:ext>
            </a:extLst>
          </p:cNvPr>
          <p:cNvSpPr/>
          <p:nvPr/>
        </p:nvSpPr>
        <p:spPr bwMode="gray">
          <a:xfrm>
            <a:off x="857976" y="2495161"/>
            <a:ext cx="8636718" cy="3069223"/>
          </a:xfrm>
          <a:prstGeom prst="roundRect">
            <a:avLst>
              <a:gd name="adj" fmla="val 2348"/>
            </a:avLst>
          </a:prstGeom>
          <a:noFill/>
          <a:ln w="11430" algn="ctr">
            <a:gradFill>
              <a:gsLst>
                <a:gs pos="0">
                  <a:srgbClr val="89D1FF"/>
                </a:gs>
                <a:gs pos="100000">
                  <a:srgbClr val="1B90FF"/>
                </a:gs>
              </a:gsLst>
              <a:lin ang="5400000" scaled="1"/>
            </a:gradFill>
            <a:miter lim="800000"/>
            <a:headEnd/>
            <a:tailEnd type="arrow" w="med" len="sm"/>
          </a:ln>
        </p:spPr>
        <p:txBody>
          <a:bodyPr lIns="162338" tIns="129870" rIns="162338" bIns="129870" rtlCol="0" anchor="t"/>
          <a:lstStyle/>
          <a:p>
            <a:pPr marL="0" marR="0" lvl="0" indent="0" algn="l" defTabSz="1074053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GB" sz="1086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70" name="Rectangle: Rounded Corners 2069">
            <a:extLst>
              <a:ext uri="{FF2B5EF4-FFF2-40B4-BE49-F238E27FC236}">
                <a16:creationId xmlns:a16="http://schemas.microsoft.com/office/drawing/2014/main" id="{457A47A9-5D94-907E-82DE-03F2758833DC}"/>
              </a:ext>
            </a:extLst>
          </p:cNvPr>
          <p:cNvSpPr/>
          <p:nvPr/>
        </p:nvSpPr>
        <p:spPr bwMode="gray">
          <a:xfrm rot="5400000">
            <a:off x="3754416" y="-379893"/>
            <a:ext cx="2911362" cy="8243823"/>
          </a:xfrm>
          <a:prstGeom prst="roundRect">
            <a:avLst>
              <a:gd name="adj" fmla="val 2038"/>
            </a:avLst>
          </a:prstGeom>
          <a:gradFill>
            <a:gsLst>
              <a:gs pos="0">
                <a:srgbClr val="D1EFFF">
                  <a:alpha val="50000"/>
                </a:srgbClr>
              </a:gs>
              <a:gs pos="100000">
                <a:srgbClr val="89D1FF">
                  <a:alpha val="50000"/>
                </a:srgbClr>
              </a:gs>
            </a:gsLst>
            <a:lin ang="5400000" scaled="1"/>
          </a:gradFill>
          <a:ln w="25400" algn="ctr">
            <a:noFill/>
            <a:miter lim="800000"/>
            <a:headEnd/>
            <a:tailEnd/>
          </a:ln>
          <a:effectLst/>
        </p:spPr>
        <p:txBody>
          <a:bodyPr lIns="182736" tIns="146190" rIns="182736" bIns="146190" rtlCol="0" anchor="t"/>
          <a:lstStyle/>
          <a:p>
            <a:pPr marL="0" marR="0" lvl="0" indent="0" algn="l" defTabSz="913578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72 Brand" pitchFamily="34" charset="-128"/>
              <a:cs typeface="72 Brand" pitchFamily="34" charset="-128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8ACC300-3844-3002-EE51-8749C6B0E68E}"/>
              </a:ext>
            </a:extLst>
          </p:cNvPr>
          <p:cNvGrpSpPr/>
          <p:nvPr/>
        </p:nvGrpSpPr>
        <p:grpSpPr>
          <a:xfrm>
            <a:off x="7202946" y="4109340"/>
            <a:ext cx="770610" cy="513370"/>
            <a:chOff x="4926372" y="4490707"/>
            <a:chExt cx="1025413" cy="683139"/>
          </a:xfrm>
          <a:gradFill>
            <a:gsLst>
              <a:gs pos="11000">
                <a:srgbClr val="EAECEE">
                  <a:lumMod val="90000"/>
                  <a:alpha val="13000"/>
                </a:srgbClr>
              </a:gs>
              <a:gs pos="75000">
                <a:srgbClr val="EAECEE">
                  <a:lumMod val="90000"/>
                  <a:alpha val="0"/>
                </a:srgbClr>
              </a:gs>
            </a:gsLst>
            <a:lin ang="16200000" scaled="1"/>
          </a:gradFill>
        </p:grpSpPr>
        <p:sp>
          <p:nvSpPr>
            <p:cNvPr id="1877" name="Freeform: Shape 1556">
              <a:extLst>
                <a:ext uri="{FF2B5EF4-FFF2-40B4-BE49-F238E27FC236}">
                  <a16:creationId xmlns:a16="http://schemas.microsoft.com/office/drawing/2014/main" id="{C92F3CB7-092A-BBF6-7AA5-A70811EFE9A7}"/>
                </a:ext>
              </a:extLst>
            </p:cNvPr>
            <p:cNvSpPr/>
            <p:nvPr/>
          </p:nvSpPr>
          <p:spPr>
            <a:xfrm>
              <a:off x="4926372" y="4492572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357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357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4" name="Freeform: Shape 1558">
              <a:extLst>
                <a:ext uri="{FF2B5EF4-FFF2-40B4-BE49-F238E27FC236}">
                  <a16:creationId xmlns:a16="http://schemas.microsoft.com/office/drawing/2014/main" id="{B957E253-DD38-A22F-600E-59F053896E1B}"/>
                </a:ext>
              </a:extLst>
            </p:cNvPr>
            <p:cNvSpPr/>
            <p:nvPr/>
          </p:nvSpPr>
          <p:spPr>
            <a:xfrm>
              <a:off x="5098196" y="4490707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5" name="Freeform: Shape 1559">
              <a:extLst>
                <a:ext uri="{FF2B5EF4-FFF2-40B4-BE49-F238E27FC236}">
                  <a16:creationId xmlns:a16="http://schemas.microsoft.com/office/drawing/2014/main" id="{E5EB4F7F-2063-D621-0FF1-CA4E76EA1FB9}"/>
                </a:ext>
              </a:extLst>
            </p:cNvPr>
            <p:cNvSpPr/>
            <p:nvPr/>
          </p:nvSpPr>
          <p:spPr>
            <a:xfrm>
              <a:off x="5294545" y="4492572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357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357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6" name="Freeform: Shape 1561">
              <a:extLst>
                <a:ext uri="{FF2B5EF4-FFF2-40B4-BE49-F238E27FC236}">
                  <a16:creationId xmlns:a16="http://schemas.microsoft.com/office/drawing/2014/main" id="{BD3129A4-46FF-ABE9-7DFA-B7E9770A1185}"/>
                </a:ext>
              </a:extLst>
            </p:cNvPr>
            <p:cNvSpPr/>
            <p:nvPr/>
          </p:nvSpPr>
          <p:spPr>
            <a:xfrm>
              <a:off x="5478632" y="4492572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357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357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7" name="Freeform: Shape 1562">
              <a:extLst>
                <a:ext uri="{FF2B5EF4-FFF2-40B4-BE49-F238E27FC236}">
                  <a16:creationId xmlns:a16="http://schemas.microsoft.com/office/drawing/2014/main" id="{982D802D-964F-FA42-73DE-FFE121E59FBB}"/>
                </a:ext>
              </a:extLst>
            </p:cNvPr>
            <p:cNvSpPr/>
            <p:nvPr/>
          </p:nvSpPr>
          <p:spPr>
            <a:xfrm>
              <a:off x="5688590" y="4490707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8" name="Freeform: Shape 1563">
              <a:extLst>
                <a:ext uri="{FF2B5EF4-FFF2-40B4-BE49-F238E27FC236}">
                  <a16:creationId xmlns:a16="http://schemas.microsoft.com/office/drawing/2014/main" id="{08ED30F1-5B6E-F91B-429D-189953CFCE0D}"/>
                </a:ext>
              </a:extLst>
            </p:cNvPr>
            <p:cNvSpPr/>
            <p:nvPr/>
          </p:nvSpPr>
          <p:spPr>
            <a:xfrm>
              <a:off x="5872678" y="4490707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9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9" name="Freeform: Shape 1567">
              <a:extLst>
                <a:ext uri="{FF2B5EF4-FFF2-40B4-BE49-F238E27FC236}">
                  <a16:creationId xmlns:a16="http://schemas.microsoft.com/office/drawing/2014/main" id="{820DC3C5-54B9-B74E-EC3C-3C57C112F300}"/>
                </a:ext>
              </a:extLst>
            </p:cNvPr>
            <p:cNvSpPr/>
            <p:nvPr/>
          </p:nvSpPr>
          <p:spPr>
            <a:xfrm>
              <a:off x="4926372" y="4684481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0" name="Freeform: Shape 1568">
              <a:extLst>
                <a:ext uri="{FF2B5EF4-FFF2-40B4-BE49-F238E27FC236}">
                  <a16:creationId xmlns:a16="http://schemas.microsoft.com/office/drawing/2014/main" id="{B6473979-8A3B-8D62-B7CE-5D88DD8A412F}"/>
                </a:ext>
              </a:extLst>
            </p:cNvPr>
            <p:cNvSpPr/>
            <p:nvPr/>
          </p:nvSpPr>
          <p:spPr>
            <a:xfrm>
              <a:off x="5098196" y="4682615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1" name="Freeform: Shape 1569">
              <a:extLst>
                <a:ext uri="{FF2B5EF4-FFF2-40B4-BE49-F238E27FC236}">
                  <a16:creationId xmlns:a16="http://schemas.microsoft.com/office/drawing/2014/main" id="{5A451CCA-CB82-73AF-17B0-0E9D06A82109}"/>
                </a:ext>
              </a:extLst>
            </p:cNvPr>
            <p:cNvSpPr/>
            <p:nvPr/>
          </p:nvSpPr>
          <p:spPr>
            <a:xfrm>
              <a:off x="5294545" y="4684481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2" name="Freeform: Shape 1574">
              <a:extLst>
                <a:ext uri="{FF2B5EF4-FFF2-40B4-BE49-F238E27FC236}">
                  <a16:creationId xmlns:a16="http://schemas.microsoft.com/office/drawing/2014/main" id="{E63730D9-94EC-7A84-E224-67559FB656EE}"/>
                </a:ext>
              </a:extLst>
            </p:cNvPr>
            <p:cNvSpPr/>
            <p:nvPr/>
          </p:nvSpPr>
          <p:spPr>
            <a:xfrm>
              <a:off x="5478632" y="4684481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3" name="Freeform: Shape 1576">
              <a:extLst>
                <a:ext uri="{FF2B5EF4-FFF2-40B4-BE49-F238E27FC236}">
                  <a16:creationId xmlns:a16="http://schemas.microsoft.com/office/drawing/2014/main" id="{8B9467C2-4F26-55E6-F886-5CB7AF0E2602}"/>
                </a:ext>
              </a:extLst>
            </p:cNvPr>
            <p:cNvSpPr/>
            <p:nvPr/>
          </p:nvSpPr>
          <p:spPr>
            <a:xfrm>
              <a:off x="5688590" y="4682615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7" name="Freeform: Shape 1578">
              <a:extLst>
                <a:ext uri="{FF2B5EF4-FFF2-40B4-BE49-F238E27FC236}">
                  <a16:creationId xmlns:a16="http://schemas.microsoft.com/office/drawing/2014/main" id="{3B11AAB9-00B3-438E-C87B-08CC4949A07E}"/>
                </a:ext>
              </a:extLst>
            </p:cNvPr>
            <p:cNvSpPr/>
            <p:nvPr/>
          </p:nvSpPr>
          <p:spPr>
            <a:xfrm>
              <a:off x="5872678" y="4682615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9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1" name="Freeform: Shape 1582">
              <a:extLst>
                <a:ext uri="{FF2B5EF4-FFF2-40B4-BE49-F238E27FC236}">
                  <a16:creationId xmlns:a16="http://schemas.microsoft.com/office/drawing/2014/main" id="{04D38068-F4F9-5A13-FD75-2A99952C2FCF}"/>
                </a:ext>
              </a:extLst>
            </p:cNvPr>
            <p:cNvSpPr/>
            <p:nvPr/>
          </p:nvSpPr>
          <p:spPr>
            <a:xfrm>
              <a:off x="4926372" y="4876388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2" name="Freeform: Shape 1584">
              <a:extLst>
                <a:ext uri="{FF2B5EF4-FFF2-40B4-BE49-F238E27FC236}">
                  <a16:creationId xmlns:a16="http://schemas.microsoft.com/office/drawing/2014/main" id="{4A04B3FA-418D-592E-90FD-E659C49D4808}"/>
                </a:ext>
              </a:extLst>
            </p:cNvPr>
            <p:cNvSpPr/>
            <p:nvPr/>
          </p:nvSpPr>
          <p:spPr>
            <a:xfrm>
              <a:off x="5098196" y="4874523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3" name="Freeform: Shape 1585">
              <a:extLst>
                <a:ext uri="{FF2B5EF4-FFF2-40B4-BE49-F238E27FC236}">
                  <a16:creationId xmlns:a16="http://schemas.microsoft.com/office/drawing/2014/main" id="{7F0A5683-ADF7-E170-DB9F-0456AABFCBBA}"/>
                </a:ext>
              </a:extLst>
            </p:cNvPr>
            <p:cNvSpPr/>
            <p:nvPr/>
          </p:nvSpPr>
          <p:spPr>
            <a:xfrm>
              <a:off x="5294545" y="4876388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4" name="Freeform: Shape 1586">
              <a:extLst>
                <a:ext uri="{FF2B5EF4-FFF2-40B4-BE49-F238E27FC236}">
                  <a16:creationId xmlns:a16="http://schemas.microsoft.com/office/drawing/2014/main" id="{E844220D-B697-0832-545F-7EB28A933C82}"/>
                </a:ext>
              </a:extLst>
            </p:cNvPr>
            <p:cNvSpPr/>
            <p:nvPr/>
          </p:nvSpPr>
          <p:spPr>
            <a:xfrm>
              <a:off x="5478632" y="4876388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5" name="Freeform: Shape 1587">
              <a:extLst>
                <a:ext uri="{FF2B5EF4-FFF2-40B4-BE49-F238E27FC236}">
                  <a16:creationId xmlns:a16="http://schemas.microsoft.com/office/drawing/2014/main" id="{2D0A4264-464B-563C-A863-06922F00A063}"/>
                </a:ext>
              </a:extLst>
            </p:cNvPr>
            <p:cNvSpPr/>
            <p:nvPr/>
          </p:nvSpPr>
          <p:spPr>
            <a:xfrm>
              <a:off x="5688590" y="4874523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6" name="Freeform: Shape 1588">
              <a:extLst>
                <a:ext uri="{FF2B5EF4-FFF2-40B4-BE49-F238E27FC236}">
                  <a16:creationId xmlns:a16="http://schemas.microsoft.com/office/drawing/2014/main" id="{05076BC9-1233-B3C4-E516-6B566F94162F}"/>
                </a:ext>
              </a:extLst>
            </p:cNvPr>
            <p:cNvSpPr/>
            <p:nvPr/>
          </p:nvSpPr>
          <p:spPr>
            <a:xfrm>
              <a:off x="5872678" y="4874523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9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7" name="Freeform: Shape 1594">
              <a:extLst>
                <a:ext uri="{FF2B5EF4-FFF2-40B4-BE49-F238E27FC236}">
                  <a16:creationId xmlns:a16="http://schemas.microsoft.com/office/drawing/2014/main" id="{85D19B8E-E966-F0D0-B759-63634740AEC4}"/>
                </a:ext>
              </a:extLst>
            </p:cNvPr>
            <p:cNvSpPr/>
            <p:nvPr/>
          </p:nvSpPr>
          <p:spPr>
            <a:xfrm>
              <a:off x="4926372" y="5068297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8" name="Freeform: Shape 1595">
              <a:extLst>
                <a:ext uri="{FF2B5EF4-FFF2-40B4-BE49-F238E27FC236}">
                  <a16:creationId xmlns:a16="http://schemas.microsoft.com/office/drawing/2014/main" id="{AB30FE84-F131-FA5A-BE6D-46AE5F02F45D}"/>
                </a:ext>
              </a:extLst>
            </p:cNvPr>
            <p:cNvSpPr/>
            <p:nvPr/>
          </p:nvSpPr>
          <p:spPr>
            <a:xfrm>
              <a:off x="5098196" y="5066431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8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9" name="Freeform: Shape 1596">
              <a:extLst>
                <a:ext uri="{FF2B5EF4-FFF2-40B4-BE49-F238E27FC236}">
                  <a16:creationId xmlns:a16="http://schemas.microsoft.com/office/drawing/2014/main" id="{88026E66-78E1-0998-9D35-F8A5DCDABF62}"/>
                </a:ext>
              </a:extLst>
            </p:cNvPr>
            <p:cNvSpPr/>
            <p:nvPr/>
          </p:nvSpPr>
          <p:spPr>
            <a:xfrm>
              <a:off x="5294545" y="5068297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0" name="Freeform: Shape 1598">
              <a:extLst>
                <a:ext uri="{FF2B5EF4-FFF2-40B4-BE49-F238E27FC236}">
                  <a16:creationId xmlns:a16="http://schemas.microsoft.com/office/drawing/2014/main" id="{F0F33BA3-D5CC-C03E-99A4-E8802DA4F823}"/>
                </a:ext>
              </a:extLst>
            </p:cNvPr>
            <p:cNvSpPr/>
            <p:nvPr/>
          </p:nvSpPr>
          <p:spPr>
            <a:xfrm>
              <a:off x="5478632" y="5068297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1" name="Freeform: Shape 1727">
              <a:extLst>
                <a:ext uri="{FF2B5EF4-FFF2-40B4-BE49-F238E27FC236}">
                  <a16:creationId xmlns:a16="http://schemas.microsoft.com/office/drawing/2014/main" id="{446EB931-0577-D877-C6A0-338E918D59ED}"/>
                </a:ext>
              </a:extLst>
            </p:cNvPr>
            <p:cNvSpPr/>
            <p:nvPr/>
          </p:nvSpPr>
          <p:spPr>
            <a:xfrm>
              <a:off x="5688590" y="5066431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8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2" name="Freeform: Shape 1728">
              <a:extLst>
                <a:ext uri="{FF2B5EF4-FFF2-40B4-BE49-F238E27FC236}">
                  <a16:creationId xmlns:a16="http://schemas.microsoft.com/office/drawing/2014/main" id="{4FD3A6A6-19E1-897D-D331-8187DF7B69A2}"/>
                </a:ext>
              </a:extLst>
            </p:cNvPr>
            <p:cNvSpPr/>
            <p:nvPr/>
          </p:nvSpPr>
          <p:spPr>
            <a:xfrm>
              <a:off x="5872678" y="5066431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8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957" name="Rectangle: Rounded Corners 12">
            <a:extLst>
              <a:ext uri="{FF2B5EF4-FFF2-40B4-BE49-F238E27FC236}">
                <a16:creationId xmlns:a16="http://schemas.microsoft.com/office/drawing/2014/main" id="{03E527D6-FB94-9E35-5DC8-204AC12EBAD3}"/>
              </a:ext>
            </a:extLst>
          </p:cNvPr>
          <p:cNvSpPr/>
          <p:nvPr/>
        </p:nvSpPr>
        <p:spPr bwMode="gray">
          <a:xfrm>
            <a:off x="512053" y="2226841"/>
            <a:ext cx="8661352" cy="1929425"/>
          </a:xfrm>
          <a:prstGeom prst="roundRect">
            <a:avLst>
              <a:gd name="adj" fmla="val 6637"/>
            </a:avLst>
          </a:prstGeom>
          <a:solidFill>
            <a:srgbClr val="002A86"/>
          </a:solidFill>
          <a:ln w="19050" cap="flat" cmpd="sng" algn="ctr">
            <a:noFill/>
            <a:prstDash val="solid"/>
          </a:ln>
          <a:effectLst/>
        </p:spPr>
        <p:txBody>
          <a:bodyPr lIns="182688" tIns="182688" rIns="45672" rtlCol="0" anchor="ctr" anchorCtr="0"/>
          <a:lstStyle/>
          <a:p>
            <a:pPr marL="0" marR="0" lvl="0" indent="0" algn="l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1851" name="TextBox 1850">
            <a:extLst>
              <a:ext uri="{FF2B5EF4-FFF2-40B4-BE49-F238E27FC236}">
                <a16:creationId xmlns:a16="http://schemas.microsoft.com/office/drawing/2014/main" id="{46B74A94-5C61-8D3C-6FE0-9040C79844F2}"/>
              </a:ext>
            </a:extLst>
          </p:cNvPr>
          <p:cNvSpPr txBox="1"/>
          <p:nvPr/>
        </p:nvSpPr>
        <p:spPr>
          <a:xfrm>
            <a:off x="2556692" y="3111330"/>
            <a:ext cx="891359" cy="430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Apps and</a:t>
            </a:r>
            <a:b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</a:b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extensions</a:t>
            </a:r>
          </a:p>
        </p:txBody>
      </p:sp>
      <p:sp>
        <p:nvSpPr>
          <p:cNvPr id="1935" name="TextBox 1934">
            <a:extLst>
              <a:ext uri="{FF2B5EF4-FFF2-40B4-BE49-F238E27FC236}">
                <a16:creationId xmlns:a16="http://schemas.microsoft.com/office/drawing/2014/main" id="{0E5B5C21-70BB-5FBA-0856-970884F234E2}"/>
              </a:ext>
            </a:extLst>
          </p:cNvPr>
          <p:cNvSpPr txBox="1"/>
          <p:nvPr/>
        </p:nvSpPr>
        <p:spPr>
          <a:xfrm>
            <a:off x="6143388" y="3111330"/>
            <a:ext cx="963475" cy="430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Digital</a:t>
            </a:r>
            <a:b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</a:b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workspaces</a:t>
            </a:r>
          </a:p>
        </p:txBody>
      </p:sp>
      <p:sp>
        <p:nvSpPr>
          <p:cNvPr id="1936" name="TextBox 1935">
            <a:extLst>
              <a:ext uri="{FF2B5EF4-FFF2-40B4-BE49-F238E27FC236}">
                <a16:creationId xmlns:a16="http://schemas.microsoft.com/office/drawing/2014/main" id="{90250C46-2869-D5DD-C66D-9780867B2AED}"/>
              </a:ext>
            </a:extLst>
          </p:cNvPr>
          <p:cNvSpPr txBox="1"/>
          <p:nvPr/>
        </p:nvSpPr>
        <p:spPr>
          <a:xfrm>
            <a:off x="5094191" y="3195945"/>
            <a:ext cx="780780" cy="261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AI agents</a:t>
            </a:r>
          </a:p>
        </p:txBody>
      </p:sp>
      <p:sp>
        <p:nvSpPr>
          <p:cNvPr id="1937" name="TextBox 1936">
            <a:extLst>
              <a:ext uri="{FF2B5EF4-FFF2-40B4-BE49-F238E27FC236}">
                <a16:creationId xmlns:a16="http://schemas.microsoft.com/office/drawing/2014/main" id="{C4869359-A281-BC26-3278-FDCF24C580F9}"/>
              </a:ext>
            </a:extLst>
          </p:cNvPr>
          <p:cNvSpPr txBox="1"/>
          <p:nvPr/>
        </p:nvSpPr>
        <p:spPr>
          <a:xfrm>
            <a:off x="3686818" y="3111330"/>
            <a:ext cx="1158991" cy="430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Workflows and</a:t>
            </a:r>
            <a:b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</a:b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automations</a:t>
            </a:r>
          </a:p>
        </p:txBody>
      </p:sp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D43E1A49-E276-369F-0250-502D3C4394A1}"/>
              </a:ext>
            </a:extLst>
          </p:cNvPr>
          <p:cNvGrpSpPr/>
          <p:nvPr/>
        </p:nvGrpSpPr>
        <p:grpSpPr>
          <a:xfrm>
            <a:off x="7710442" y="3083868"/>
            <a:ext cx="1060670" cy="623086"/>
            <a:chOff x="8301603" y="3630030"/>
            <a:chExt cx="1060946" cy="623248"/>
          </a:xfrm>
        </p:grpSpPr>
        <p:sp>
          <p:nvSpPr>
            <p:cNvPr id="1939" name="TextBox 1938">
              <a:extLst>
                <a:ext uri="{FF2B5EF4-FFF2-40B4-BE49-F238E27FC236}">
                  <a16:creationId xmlns:a16="http://schemas.microsoft.com/office/drawing/2014/main" id="{730ADD9E-EA07-1DB5-14FB-7777624194D0}"/>
                </a:ext>
              </a:extLst>
            </p:cNvPr>
            <p:cNvSpPr txBox="1"/>
            <p:nvPr/>
          </p:nvSpPr>
          <p:spPr>
            <a:xfrm>
              <a:off x="8522303" y="3630030"/>
              <a:ext cx="840246" cy="62324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1073731" rtl="0" eaLnBrk="1" fontAlgn="base" latinLnBrk="0" hangingPunct="1">
                <a:lnSpc>
                  <a:spcPct val="9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Tx/>
                <a:buNone/>
                <a:tabLst/>
                <a:defRPr/>
              </a:pPr>
              <a:r>
                <a:rPr kumimoji="0" lang="en-US" sz="1799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</a:gradFill>
                  <a:effectLst/>
                  <a:uLnTx/>
                  <a:uFillTx/>
                  <a:latin typeface="72 Brand Medium"/>
                  <a:ea typeface="+mn-ea"/>
                  <a:cs typeface="+mn-cs"/>
                </a:rPr>
                <a:t>3x</a:t>
              </a:r>
              <a:r>
                <a:rPr kumimoji="0" lang="en-US" sz="2399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</a:gradFill>
                  <a:effectLst/>
                  <a:uLnTx/>
                  <a:uFillTx/>
                  <a:latin typeface="72 Brand Medium"/>
                  <a:ea typeface="+mn-ea"/>
                  <a:cs typeface="+mn-cs"/>
                </a:rPr>
                <a:t> </a:t>
              </a:r>
              <a:br>
                <a:rPr kumimoji="0" lang="en-US" sz="2399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</a:gradFill>
                  <a:effectLst/>
                  <a:uLnTx/>
                  <a:uFillTx/>
                  <a:latin typeface="72 Brand Medium"/>
                  <a:ea typeface="+mn-ea"/>
                  <a:cs typeface="+mn-cs"/>
                </a:rPr>
              </a:br>
              <a:r>
                <a:rPr kumimoji="0" lang="en-US" sz="105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  <a:lin ang="0" scaled="1"/>
                  </a:gradFill>
                  <a:effectLst/>
                  <a:uLnTx/>
                  <a:uFillTx/>
                  <a:latin typeface="72 Brand" panose="020B0504030603020204" pitchFamily="34" charset="0"/>
                  <a:ea typeface="72 Brand" pitchFamily="34" charset="-128"/>
                  <a:cs typeface="72 Brand" pitchFamily="34" charset="-128"/>
                </a:rPr>
                <a:t>development </a:t>
              </a:r>
              <a:br>
                <a:rPr kumimoji="0" lang="en-US" sz="105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  <a:lin ang="0" scaled="1"/>
                  </a:gradFill>
                  <a:effectLst/>
                  <a:uLnTx/>
                  <a:uFillTx/>
                  <a:latin typeface="72 Brand" panose="020B0504030603020204" pitchFamily="34" charset="0"/>
                  <a:ea typeface="72 Brand" pitchFamily="34" charset="-128"/>
                  <a:cs typeface="72 Brand" pitchFamily="34" charset="-128"/>
                </a:rPr>
              </a:br>
              <a:r>
                <a:rPr kumimoji="0" lang="en-US" sz="105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  <a:lin ang="0" scaled="1"/>
                  </a:gradFill>
                  <a:effectLst/>
                  <a:uLnTx/>
                  <a:uFillTx/>
                  <a:latin typeface="72 Brand" panose="020B0504030603020204" pitchFamily="34" charset="0"/>
                  <a:ea typeface="72 Brand" pitchFamily="34" charset="-128"/>
                  <a:cs typeface="72 Brand" pitchFamily="34" charset="-128"/>
                </a:rPr>
                <a:t>efficiency</a:t>
              </a:r>
              <a:endParaRPr kumimoji="0" lang="en-US" sz="1100" u="none" strike="noStrike" kern="0" cap="none" spc="0" normalizeH="0" baseline="0" noProof="0" dirty="0">
                <a:ln>
                  <a:noFill/>
                </a:ln>
                <a:gradFill>
                  <a:gsLst>
                    <a:gs pos="9890">
                      <a:srgbClr val="FFFFFF"/>
                    </a:gs>
                    <a:gs pos="48000">
                      <a:srgbClr val="FFFFFF"/>
                    </a:gs>
                  </a:gsLst>
                  <a:lin ang="0" scaled="1"/>
                </a:gradFill>
                <a:effectLst/>
                <a:uLnTx/>
                <a:uFillTx/>
                <a:latin typeface="72 Brand" panose="020B0504030603020204" pitchFamily="34" charset="0"/>
                <a:ea typeface="72 Brand" pitchFamily="34" charset="-128"/>
                <a:cs typeface="72 Brand" pitchFamily="34" charset="-128"/>
              </a:endParaRPr>
            </a:p>
          </p:txBody>
        </p:sp>
        <p:cxnSp>
          <p:nvCxnSpPr>
            <p:cNvPr id="1940" name="Straight Arrow Connector 1939">
              <a:extLst>
                <a:ext uri="{FF2B5EF4-FFF2-40B4-BE49-F238E27FC236}">
                  <a16:creationId xmlns:a16="http://schemas.microsoft.com/office/drawing/2014/main" id="{323B31AB-CD10-08E2-B48D-4AE0CD8B76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1603" y="3738666"/>
              <a:ext cx="0" cy="485614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100000">
                    <a:srgbClr val="FFF3B8">
                      <a:lumMod val="100000"/>
                    </a:srgbClr>
                  </a:gs>
                </a:gsLst>
                <a:lin ang="5400000" scaled="1"/>
              </a:gra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6" name="Rectangle: Rounded Corners 1798">
            <a:extLst>
              <a:ext uri="{FF2B5EF4-FFF2-40B4-BE49-F238E27FC236}">
                <a16:creationId xmlns:a16="http://schemas.microsoft.com/office/drawing/2014/main" id="{4F26FAE6-C07E-E155-B986-D1046F82BD1F}"/>
              </a:ext>
            </a:extLst>
          </p:cNvPr>
          <p:cNvSpPr/>
          <p:nvPr/>
        </p:nvSpPr>
        <p:spPr bwMode="gray">
          <a:xfrm>
            <a:off x="2272523" y="2894108"/>
            <a:ext cx="4998438" cy="875931"/>
          </a:xfrm>
          <a:prstGeom prst="roundRect">
            <a:avLst>
              <a:gd name="adj" fmla="val 7573"/>
            </a:avLst>
          </a:prstGeom>
          <a:noFill/>
          <a:ln w="9525" algn="ctr">
            <a:solidFill>
              <a:srgbClr val="89D1FF"/>
            </a:solidFill>
            <a:miter lim="800000"/>
            <a:headEnd/>
            <a:tailEnd/>
          </a:ln>
        </p:spPr>
        <p:txBody>
          <a:bodyPr lIns="182736" tIns="146190" rIns="182736" bIns="146190" rtlCol="0" anchor="t"/>
          <a:lstStyle/>
          <a:p>
            <a:pPr marL="0" marR="0" lvl="0" indent="0" algn="l" defTabSz="913578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72 Brand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1947" name="TextBox 1946">
            <a:extLst>
              <a:ext uri="{FF2B5EF4-FFF2-40B4-BE49-F238E27FC236}">
                <a16:creationId xmlns:a16="http://schemas.microsoft.com/office/drawing/2014/main" id="{BE3949C7-9F6F-C8FF-B870-5C7385EABFA5}"/>
              </a:ext>
            </a:extLst>
          </p:cNvPr>
          <p:cNvSpPr txBox="1"/>
          <p:nvPr/>
        </p:nvSpPr>
        <p:spPr>
          <a:xfrm>
            <a:off x="4067192" y="3856914"/>
            <a:ext cx="1385892" cy="176953"/>
          </a:xfrm>
          <a:prstGeom prst="rect">
            <a:avLst/>
          </a:prstGeom>
          <a:noFill/>
        </p:spPr>
        <p:txBody>
          <a:bodyPr wrap="square" lIns="22842" tIns="11421" rIns="22842" bIns="11421">
            <a:spAutoFit/>
          </a:bodyPr>
          <a:lstStyle/>
          <a:p>
            <a:pPr marL="0" marR="0" lvl="0" indent="0" algn="ctr" defTabSz="108747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r>
              <a:rPr kumimoji="0" lang="en-US" sz="10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</a:rPr>
              <a:t>Pro-code and low-code</a:t>
            </a:r>
            <a:endParaRPr kumimoji="0" lang="en-US" sz="110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72 Brand" panose="020B05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5C230DC-0E7D-F372-0668-A98B514D954D}"/>
              </a:ext>
            </a:extLst>
          </p:cNvPr>
          <p:cNvGrpSpPr/>
          <p:nvPr/>
        </p:nvGrpSpPr>
        <p:grpSpPr>
          <a:xfrm>
            <a:off x="512052" y="4249554"/>
            <a:ext cx="8667267" cy="701052"/>
            <a:chOff x="840120" y="4789621"/>
            <a:chExt cx="8669524" cy="701235"/>
          </a:xfrm>
          <a:solidFill>
            <a:srgbClr val="002A86"/>
          </a:solidFill>
        </p:grpSpPr>
        <p:sp>
          <p:nvSpPr>
            <p:cNvPr id="1957" name="Rectangle: Rounded Corners 6">
              <a:extLst>
                <a:ext uri="{FF2B5EF4-FFF2-40B4-BE49-F238E27FC236}">
                  <a16:creationId xmlns:a16="http://schemas.microsoft.com/office/drawing/2014/main" id="{81ED3AC2-8EBF-4DFF-43FD-1029CBD5A3D3}"/>
                </a:ext>
              </a:extLst>
            </p:cNvPr>
            <p:cNvSpPr/>
            <p:nvPr/>
          </p:nvSpPr>
          <p:spPr bwMode="gray">
            <a:xfrm>
              <a:off x="5131274" y="4789621"/>
              <a:ext cx="4378370" cy="701235"/>
            </a:xfrm>
            <a:prstGeom prst="roundRect">
              <a:avLst>
                <a:gd name="adj" fmla="val 12247"/>
              </a:avLst>
            </a:prstGeom>
            <a:solidFill>
              <a:srgbClr val="002A86"/>
            </a:solidFill>
            <a:ln w="15238" cap="flat">
              <a:noFill/>
              <a:prstDash val="solid"/>
              <a:miter/>
            </a:ln>
            <a:effectLst/>
          </p:spPr>
          <p:txBody>
            <a:bodyPr lIns="22842" tIns="11421" rIns="22842" bIns="11421" rtlCol="0" anchor="ctr"/>
            <a:lstStyle/>
            <a:p>
              <a:pPr marL="0" marR="0" lvl="0" indent="0" algn="l" defTabSz="10730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9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endParaRPr>
            </a:p>
          </p:txBody>
        </p:sp>
        <p:sp>
          <p:nvSpPr>
            <p:cNvPr id="916" name="Rectangle: Rounded Corners 6">
              <a:extLst>
                <a:ext uri="{FF2B5EF4-FFF2-40B4-BE49-F238E27FC236}">
                  <a16:creationId xmlns:a16="http://schemas.microsoft.com/office/drawing/2014/main" id="{B19CE2ED-E2DC-9366-064F-F56D9693FAA4}"/>
                </a:ext>
              </a:extLst>
            </p:cNvPr>
            <p:cNvSpPr/>
            <p:nvPr/>
          </p:nvSpPr>
          <p:spPr bwMode="gray">
            <a:xfrm>
              <a:off x="840120" y="4789621"/>
              <a:ext cx="4219060" cy="701235"/>
            </a:xfrm>
            <a:prstGeom prst="roundRect">
              <a:avLst>
                <a:gd name="adj" fmla="val 12247"/>
              </a:avLst>
            </a:prstGeom>
            <a:solidFill>
              <a:srgbClr val="002A86"/>
            </a:solidFill>
            <a:ln w="15238" cap="flat">
              <a:noFill/>
              <a:prstDash val="solid"/>
              <a:miter/>
            </a:ln>
            <a:effectLst/>
          </p:spPr>
          <p:txBody>
            <a:bodyPr lIns="22842" tIns="11421" rIns="22842" bIns="11421" rtlCol="0" anchor="ctr"/>
            <a:lstStyle/>
            <a:p>
              <a:pPr marL="0" marR="0" lvl="0" indent="0" algn="ctr" defTabSz="91229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/>
                <a:ea typeface="+mn-ea"/>
                <a:cs typeface="+mn-cs"/>
              </a:endParaRPr>
            </a:p>
          </p:txBody>
        </p:sp>
        <p:sp>
          <p:nvSpPr>
            <p:cNvPr id="1958" name="TextBox 1957">
              <a:extLst>
                <a:ext uri="{FF2B5EF4-FFF2-40B4-BE49-F238E27FC236}">
                  <a16:creationId xmlns:a16="http://schemas.microsoft.com/office/drawing/2014/main" id="{D7EC90AE-AD33-3247-BAE5-A8368A0CC3F6}"/>
                </a:ext>
              </a:extLst>
            </p:cNvPr>
            <p:cNvSpPr txBox="1"/>
            <p:nvPr/>
          </p:nvSpPr>
          <p:spPr>
            <a:xfrm>
              <a:off x="959408" y="5065425"/>
              <a:ext cx="708712" cy="16624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defTabSz="1073731" fontAlgn="base">
                <a:lnSpc>
                  <a:spcPct val="9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defRPr/>
              </a:pPr>
              <a:r>
                <a:rPr lang="en-US" sz="1200" b="1" kern="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atin typeface="72 Brand Medium"/>
                </a:rPr>
                <a:t>AI copilot</a:t>
              </a:r>
            </a:p>
          </p:txBody>
        </p:sp>
        <p:sp>
          <p:nvSpPr>
            <p:cNvPr id="1959" name="TextBox 1958">
              <a:extLst>
                <a:ext uri="{FF2B5EF4-FFF2-40B4-BE49-F238E27FC236}">
                  <a16:creationId xmlns:a16="http://schemas.microsoft.com/office/drawing/2014/main" id="{09A5E5DD-8E04-8E7E-4B34-2B093D31618F}"/>
                </a:ext>
              </a:extLst>
            </p:cNvPr>
            <p:cNvSpPr txBox="1"/>
            <p:nvPr/>
          </p:nvSpPr>
          <p:spPr>
            <a:xfrm>
              <a:off x="5400005" y="4982303"/>
              <a:ext cx="785471" cy="33248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1073731" fontAlgn="base">
                <a:lnSpc>
                  <a:spcPct val="9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defRPr/>
              </a:pPr>
              <a:r>
                <a:rPr lang="en-US" sz="1200" b="1" kern="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atin typeface="72 Brand Medium"/>
                </a:rPr>
                <a:t>Prebuilt</a:t>
              </a:r>
              <a:br>
                <a:rPr lang="en-US" sz="1200" b="1" kern="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atin typeface="72 Brand Medium"/>
                </a:rPr>
              </a:br>
              <a:r>
                <a:rPr lang="en-US" sz="1200" b="1" kern="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atin typeface="72 Brand Medium"/>
                </a:rPr>
                <a:t>solutions</a:t>
              </a:r>
            </a:p>
          </p:txBody>
        </p:sp>
        <p:sp>
          <p:nvSpPr>
            <p:cNvPr id="1961" name="TextBox 1960">
              <a:extLst>
                <a:ext uri="{FF2B5EF4-FFF2-40B4-BE49-F238E27FC236}">
                  <a16:creationId xmlns:a16="http://schemas.microsoft.com/office/drawing/2014/main" id="{3CF57536-002D-A3CD-B65F-5AD8F0B0C654}"/>
                </a:ext>
              </a:extLst>
            </p:cNvPr>
            <p:cNvSpPr txBox="1"/>
            <p:nvPr/>
          </p:nvSpPr>
          <p:spPr>
            <a:xfrm>
              <a:off x="1850637" y="4948438"/>
              <a:ext cx="3165036" cy="400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229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72 Brand" panose="020B0504030603020204" pitchFamily="34" charset="0"/>
                </a:rPr>
                <a:t>SAP’s proprietary models, contextual, </a:t>
              </a:r>
              <a:br>
                <a:rPr kumimoji="0" lang="en-US" sz="100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72 Brand" panose="020B0504030603020204" pitchFamily="34" charset="0"/>
                </a:rPr>
              </a:br>
              <a:r>
                <a:rPr kumimoji="0" lang="en-US" sz="100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72 Brand" panose="020B0504030603020204" pitchFamily="34" charset="0"/>
                </a:rPr>
                <a:t>and partner ecosystem</a:t>
              </a:r>
              <a:endParaRPr kumimoji="0" lang="en-US" sz="110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</a:endParaRPr>
            </a:p>
          </p:txBody>
        </p:sp>
        <p:sp>
          <p:nvSpPr>
            <p:cNvPr id="1963" name="TextBox 1962">
              <a:extLst>
                <a:ext uri="{FF2B5EF4-FFF2-40B4-BE49-F238E27FC236}">
                  <a16:creationId xmlns:a16="http://schemas.microsoft.com/office/drawing/2014/main" id="{B8600B2B-300C-D1B4-8D4E-9E2F6B1A9235}"/>
                </a:ext>
              </a:extLst>
            </p:cNvPr>
            <p:cNvSpPr txBox="1"/>
            <p:nvPr/>
          </p:nvSpPr>
          <p:spPr>
            <a:xfrm>
              <a:off x="6158346" y="5025436"/>
              <a:ext cx="317342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1086492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72 Brand" panose="020B0504030603020204" pitchFamily="34" charset="0"/>
                </a:rPr>
                <a:t>500+ finance, HCM, supply chain, and beyond</a:t>
              </a:r>
            </a:p>
          </p:txBody>
        </p:sp>
      </p:grpSp>
      <p:grpSp>
        <p:nvGrpSpPr>
          <p:cNvPr id="907" name="Group 906">
            <a:extLst>
              <a:ext uri="{FF2B5EF4-FFF2-40B4-BE49-F238E27FC236}">
                <a16:creationId xmlns:a16="http://schemas.microsoft.com/office/drawing/2014/main" id="{65B57DDC-46DD-1992-9B9F-BE4B5EED1E65}"/>
              </a:ext>
            </a:extLst>
          </p:cNvPr>
          <p:cNvGrpSpPr/>
          <p:nvPr/>
        </p:nvGrpSpPr>
        <p:grpSpPr>
          <a:xfrm rot="14522375">
            <a:off x="8859794" y="5479717"/>
            <a:ext cx="106471" cy="169337"/>
            <a:chOff x="1781040" y="3052066"/>
            <a:chExt cx="141719" cy="225394"/>
          </a:xfrm>
        </p:grpSpPr>
        <p:sp>
          <p:nvSpPr>
            <p:cNvPr id="908" name="Rectangle 907">
              <a:extLst>
                <a:ext uri="{FF2B5EF4-FFF2-40B4-BE49-F238E27FC236}">
                  <a16:creationId xmlns:a16="http://schemas.microsoft.com/office/drawing/2014/main" id="{5D13171B-3710-8175-0F5A-DB7606F87282}"/>
                </a:ext>
              </a:extLst>
            </p:cNvPr>
            <p:cNvSpPr/>
            <p:nvPr/>
          </p:nvSpPr>
          <p:spPr bwMode="gray">
            <a:xfrm rot="18025869">
              <a:off x="1803309" y="3093562"/>
              <a:ext cx="160946" cy="7795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 w="25400" algn="ctr">
              <a:noFill/>
              <a:miter lim="800000"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72 Brand" pitchFamily="34" charset="-128"/>
                <a:cs typeface="72 Brand" pitchFamily="34" charset="-128"/>
              </a:endParaRPr>
            </a:p>
          </p:txBody>
        </p:sp>
        <p:sp>
          <p:nvSpPr>
            <p:cNvPr id="909" name="Rectangle 157">
              <a:extLst>
                <a:ext uri="{FF2B5EF4-FFF2-40B4-BE49-F238E27FC236}">
                  <a16:creationId xmlns:a16="http://schemas.microsoft.com/office/drawing/2014/main" id="{5E9B3B98-F4AF-ABC1-5859-97F0190CA3E2}"/>
                </a:ext>
              </a:extLst>
            </p:cNvPr>
            <p:cNvSpPr/>
            <p:nvPr/>
          </p:nvSpPr>
          <p:spPr bwMode="gray">
            <a:xfrm rot="15300000">
              <a:off x="1781040" y="3208041"/>
              <a:ext cx="69419" cy="69419"/>
            </a:xfrm>
            <a:custGeom>
              <a:avLst/>
              <a:gdLst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0 w 904351"/>
                <a:gd name="connsiteY4" fmla="*/ 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91440 w 904351"/>
                <a:gd name="connsiteY4" fmla="*/ 9144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0" fmla="*/ 904351 w 904351"/>
                <a:gd name="connsiteY0" fmla="*/ 0 h 904351"/>
                <a:gd name="connsiteX1" fmla="*/ 904351 w 904351"/>
                <a:gd name="connsiteY1" fmla="*/ 904351 h 904351"/>
                <a:gd name="connsiteX2" fmla="*/ 0 w 904351"/>
                <a:gd name="connsiteY2" fmla="*/ 904351 h 90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4351" h="904351">
                  <a:moveTo>
                    <a:pt x="904351" y="0"/>
                  </a:moveTo>
                  <a:lnTo>
                    <a:pt x="904351" y="904351"/>
                  </a:lnTo>
                  <a:lnTo>
                    <a:pt x="0" y="904351"/>
                  </a:lnTo>
                </a:path>
              </a:pathLst>
            </a:custGeom>
            <a:noFill/>
            <a:ln w="11430" cap="rnd" algn="ctr">
              <a:gradFill>
                <a:gsLst>
                  <a:gs pos="0">
                    <a:srgbClr val="89D1FF"/>
                  </a:gs>
                  <a:gs pos="100000">
                    <a:srgbClr val="1B90FF"/>
                  </a:gs>
                </a:gsLst>
                <a:lin ang="5400000" scaled="1"/>
              </a:gradFill>
              <a:round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931" name="Rectangle 930">
            <a:extLst>
              <a:ext uri="{FF2B5EF4-FFF2-40B4-BE49-F238E27FC236}">
                <a16:creationId xmlns:a16="http://schemas.microsoft.com/office/drawing/2014/main" id="{16FAA919-F74E-0A12-9494-0420BCC522BE}"/>
              </a:ext>
            </a:extLst>
          </p:cNvPr>
          <p:cNvSpPr/>
          <p:nvPr/>
        </p:nvSpPr>
        <p:spPr bwMode="gray">
          <a:xfrm rot="5400000">
            <a:off x="9433214" y="3198674"/>
            <a:ext cx="120917" cy="5856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25400" algn="ctr">
            <a:noFill/>
            <a:miter lim="800000"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32" name="Rectangle 157">
            <a:extLst>
              <a:ext uri="{FF2B5EF4-FFF2-40B4-BE49-F238E27FC236}">
                <a16:creationId xmlns:a16="http://schemas.microsoft.com/office/drawing/2014/main" id="{859BE658-05D1-C282-779E-CC0F8637B829}"/>
              </a:ext>
            </a:extLst>
          </p:cNvPr>
          <p:cNvSpPr/>
          <p:nvPr/>
        </p:nvSpPr>
        <p:spPr bwMode="gray">
          <a:xfrm rot="2514581">
            <a:off x="9474022" y="3112889"/>
            <a:ext cx="52153" cy="52153"/>
          </a:xfrm>
          <a:custGeom>
            <a:avLst/>
            <a:gdLst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0 w 904351"/>
              <a:gd name="connsiteY4" fmla="*/ 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91440 w 904351"/>
              <a:gd name="connsiteY4" fmla="*/ 9144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0" fmla="*/ 904351 w 904351"/>
              <a:gd name="connsiteY0" fmla="*/ 0 h 904351"/>
              <a:gd name="connsiteX1" fmla="*/ 904351 w 904351"/>
              <a:gd name="connsiteY1" fmla="*/ 904351 h 904351"/>
              <a:gd name="connsiteX2" fmla="*/ 0 w 904351"/>
              <a:gd name="connsiteY2" fmla="*/ 904351 h 90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4351" h="904351">
                <a:moveTo>
                  <a:pt x="904351" y="0"/>
                </a:moveTo>
                <a:lnTo>
                  <a:pt x="904351" y="904351"/>
                </a:lnTo>
                <a:lnTo>
                  <a:pt x="0" y="904351"/>
                </a:lnTo>
              </a:path>
            </a:pathLst>
          </a:custGeom>
          <a:noFill/>
          <a:ln w="11430" cap="rnd" algn="ctr">
            <a:gradFill>
              <a:gsLst>
                <a:gs pos="0">
                  <a:srgbClr val="89D1FF"/>
                </a:gs>
                <a:gs pos="100000">
                  <a:srgbClr val="1B90FF"/>
                </a:gs>
              </a:gsLst>
              <a:lin ang="5400000" scaled="1"/>
            </a:gradFill>
            <a:round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3" name="Rectangle 932">
            <a:extLst>
              <a:ext uri="{FF2B5EF4-FFF2-40B4-BE49-F238E27FC236}">
                <a16:creationId xmlns:a16="http://schemas.microsoft.com/office/drawing/2014/main" id="{35869EB4-9E5B-5042-01D4-6F93B1A937E2}"/>
              </a:ext>
            </a:extLst>
          </p:cNvPr>
          <p:cNvSpPr/>
          <p:nvPr/>
        </p:nvSpPr>
        <p:spPr bwMode="gray">
          <a:xfrm rot="16107478">
            <a:off x="798345" y="5078804"/>
            <a:ext cx="120917" cy="5856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25400" algn="ctr">
            <a:noFill/>
            <a:miter lim="800000"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34" name="Rectangle 157">
            <a:extLst>
              <a:ext uri="{FF2B5EF4-FFF2-40B4-BE49-F238E27FC236}">
                <a16:creationId xmlns:a16="http://schemas.microsoft.com/office/drawing/2014/main" id="{0E81E804-02B5-74FC-9D0A-717F01903CD9}"/>
              </a:ext>
            </a:extLst>
          </p:cNvPr>
          <p:cNvSpPr/>
          <p:nvPr/>
        </p:nvSpPr>
        <p:spPr bwMode="gray">
          <a:xfrm rot="13381609">
            <a:off x="829512" y="5179596"/>
            <a:ext cx="52153" cy="52153"/>
          </a:xfrm>
          <a:custGeom>
            <a:avLst/>
            <a:gdLst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0 w 904351"/>
              <a:gd name="connsiteY4" fmla="*/ 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91440 w 904351"/>
              <a:gd name="connsiteY4" fmla="*/ 9144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0" fmla="*/ 904351 w 904351"/>
              <a:gd name="connsiteY0" fmla="*/ 0 h 904351"/>
              <a:gd name="connsiteX1" fmla="*/ 904351 w 904351"/>
              <a:gd name="connsiteY1" fmla="*/ 904351 h 904351"/>
              <a:gd name="connsiteX2" fmla="*/ 0 w 904351"/>
              <a:gd name="connsiteY2" fmla="*/ 904351 h 90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4351" h="904351">
                <a:moveTo>
                  <a:pt x="904351" y="0"/>
                </a:moveTo>
                <a:lnTo>
                  <a:pt x="904351" y="904351"/>
                </a:lnTo>
                <a:lnTo>
                  <a:pt x="0" y="904351"/>
                </a:lnTo>
              </a:path>
            </a:pathLst>
          </a:custGeom>
          <a:noFill/>
          <a:ln w="11430" cap="rnd" algn="ctr">
            <a:gradFill>
              <a:gsLst>
                <a:gs pos="0">
                  <a:srgbClr val="89D1FF"/>
                </a:gs>
                <a:gs pos="100000">
                  <a:srgbClr val="1B90FF"/>
                </a:gs>
              </a:gsLst>
              <a:lin ang="5400000" scaled="1"/>
            </a:gradFill>
            <a:round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109E839B-BFDD-9CE9-06E3-63A4C8E7D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8380" y="46526"/>
          <a:ext cx="341" cy="4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9E839B-BFDD-9CE9-06E3-63A4C8E7D5DD}"/>
                          </a:ext>
                          <a:ext uri="{C183D7F6-B498-43B3-948B-1728B52AA6E4}">
                            <adec:decorative xmlns:adec="http://schemas.microsoft.com/office/drawing/2017/decorative" val="1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380" y="46526"/>
                        <a:ext cx="341" cy="4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40" name="Rectangle 939">
            <a:extLst>
              <a:ext uri="{FF2B5EF4-FFF2-40B4-BE49-F238E27FC236}">
                <a16:creationId xmlns:a16="http://schemas.microsoft.com/office/drawing/2014/main" id="{39149460-EE0C-14DE-6BA6-1D9A45A45C99}"/>
              </a:ext>
            </a:extLst>
          </p:cNvPr>
          <p:cNvSpPr/>
          <p:nvPr/>
        </p:nvSpPr>
        <p:spPr bwMode="auto">
          <a:xfrm>
            <a:off x="9731859" y="2493878"/>
            <a:ext cx="2043291" cy="507699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defTabSz="1087144">
              <a:spcAft>
                <a:spcPts val="600"/>
              </a:spcAft>
              <a:defRPr/>
            </a:pPr>
            <a:r>
              <a:rPr lang="en-US" sz="1600" dirty="0"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latin typeface="72 Brand Medium" panose="020B0504030603020204" pitchFamily="34" charset="0"/>
                <a:ea typeface="+mn-lt"/>
                <a:cs typeface="+mn-lt"/>
              </a:rPr>
              <a:t>Start quickly</a:t>
            </a:r>
          </a:p>
          <a:p>
            <a:pPr marL="0" marR="0" lvl="0" indent="0" algn="l" defTabSz="10874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72 Brand" panose="020B0504030603020204" pitchFamily="34" charset="0"/>
                <a:cs typeface="72"/>
              </a:rPr>
              <a:t>with AI and prebuilt solutions</a:t>
            </a:r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98B78EDB-3E84-3AD1-3135-430AF8F58FEC}"/>
              </a:ext>
            </a:extLst>
          </p:cNvPr>
          <p:cNvSpPr/>
          <p:nvPr/>
        </p:nvSpPr>
        <p:spPr bwMode="auto">
          <a:xfrm>
            <a:off x="9784865" y="3477494"/>
            <a:ext cx="2367544" cy="6923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effectLst/>
                <a:uLnTx/>
                <a:uFillTx/>
                <a:latin typeface="72 Brand Medium" panose="020B0504030603020204" pitchFamily="34" charset="0"/>
                <a:ea typeface="+mn-lt"/>
                <a:cs typeface="+mn-lt"/>
              </a:rPr>
              <a:t>Deliver faster</a:t>
            </a:r>
          </a:p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144A"/>
                    </a:gs>
                    <a:gs pos="100000">
                      <a:srgbClr val="00144A"/>
                    </a:gs>
                  </a:gsLst>
                  <a:lin ang="2700000" scaled="1"/>
                </a:gradFill>
                <a:effectLst/>
                <a:uLnTx/>
                <a:uFillTx/>
                <a:latin typeface="72 Brand"/>
                <a:ea typeface="+mn-ea"/>
                <a:cs typeface="72"/>
              </a:rPr>
              <a:t>with tools for every role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effectLst/>
                <a:uLnTx/>
                <a:uFillTx/>
                <a:latin typeface="72 Brand"/>
                <a:ea typeface="+mn-lt"/>
                <a:cs typeface="+mn-lt"/>
              </a:rPr>
            </a:br>
            <a:endParaRPr kumimoji="0" lang="en-US" sz="12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0000"/>
                  </a:gs>
                  <a:gs pos="100000">
                    <a:srgbClr val="00144A"/>
                  </a:gs>
                </a:gsLst>
                <a:lin ang="5400000" scaled="1"/>
              </a:gradFill>
              <a:effectLst/>
              <a:uLnTx/>
              <a:uFillTx/>
              <a:latin typeface="72 Brand"/>
              <a:ea typeface="+mn-lt"/>
              <a:cs typeface="+mn-lt"/>
            </a:endParaRPr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11475046-C5E6-6CDF-C969-4F7C162D74C9}"/>
              </a:ext>
            </a:extLst>
          </p:cNvPr>
          <p:cNvSpPr/>
          <p:nvPr/>
        </p:nvSpPr>
        <p:spPr bwMode="auto">
          <a:xfrm>
            <a:off x="9754747" y="4506679"/>
            <a:ext cx="1909862" cy="69249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defTabSz="1087144">
              <a:spcAft>
                <a:spcPts val="600"/>
              </a:spcAft>
              <a:defRPr/>
            </a:pPr>
            <a:r>
              <a:rPr lang="en-US" sz="1600" dirty="0"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latin typeface="72 Brand Medium" panose="020B0504030603020204" pitchFamily="34" charset="0"/>
                <a:ea typeface="+mn-lt"/>
                <a:cs typeface="+mn-lt"/>
              </a:rPr>
              <a:t>Fully integrated</a:t>
            </a:r>
          </a:p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72 Brand" panose="020B0504030603020204" pitchFamily="34" charset="0"/>
                <a:ea typeface="+mn-lt"/>
                <a:cs typeface="+mn-lt"/>
              </a:rPr>
              <a:t>with SAP Business Suite and third-party applications </a:t>
            </a:r>
          </a:p>
        </p:txBody>
      </p:sp>
      <p:grpSp>
        <p:nvGrpSpPr>
          <p:cNvPr id="1826" name="Group 1825">
            <a:extLst>
              <a:ext uri="{FF2B5EF4-FFF2-40B4-BE49-F238E27FC236}">
                <a16:creationId xmlns:a16="http://schemas.microsoft.com/office/drawing/2014/main" id="{AFA652A4-4F9A-399D-4B31-0B837B8E9C01}"/>
              </a:ext>
            </a:extLst>
          </p:cNvPr>
          <p:cNvGrpSpPr/>
          <p:nvPr/>
        </p:nvGrpSpPr>
        <p:grpSpPr>
          <a:xfrm>
            <a:off x="5876840" y="5396255"/>
            <a:ext cx="1437153" cy="328280"/>
            <a:chOff x="6541741" y="5481451"/>
            <a:chExt cx="1437527" cy="328365"/>
          </a:xfrm>
        </p:grpSpPr>
        <p:sp>
          <p:nvSpPr>
            <p:cNvPr id="23" name="Rectangle: Rounded Corners 29">
              <a:extLst>
                <a:ext uri="{FF2B5EF4-FFF2-40B4-BE49-F238E27FC236}">
                  <a16:creationId xmlns:a16="http://schemas.microsoft.com/office/drawing/2014/main" id="{6ED8F066-8B6A-4D81-B0BD-F98912404440}"/>
                </a:ext>
              </a:extLst>
            </p:cNvPr>
            <p:cNvSpPr/>
            <p:nvPr/>
          </p:nvSpPr>
          <p:spPr bwMode="auto">
            <a:xfrm>
              <a:off x="6541741" y="5481451"/>
              <a:ext cx="1437527" cy="32836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/>
                </a:gs>
                <a:gs pos="100000">
                  <a:srgbClr val="EBF8FF"/>
                </a:gs>
              </a:gsLst>
              <a:lin ang="2700000" scaled="1"/>
              <a:tileRect/>
            </a:gradFill>
            <a:ln w="12700">
              <a:noFill/>
              <a:headEnd type="none" w="med" len="med"/>
              <a:tailEnd type="none" w="med" len="med"/>
            </a:ln>
            <a:effectLst>
              <a:outerShdw blurRad="50800" dir="2700000" algn="tl" rotWithShape="0">
                <a:prstClr val="black">
                  <a:alpha val="2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5475" tIns="146076" rIns="182594" bIns="146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0981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F2"/>
                  </a:solidFill>
                  <a:effectLst/>
                  <a:uLnTx/>
                  <a:uFillTx/>
                  <a:latin typeface="72 Brand Medium" panose="020B0604030603020204" pitchFamily="34" charset="0"/>
                  <a:ea typeface="+mn-ea"/>
                  <a:cs typeface="72" panose="020B0503030000000003" pitchFamily="34" charset="0"/>
                </a:rPr>
                <a:t>Business AI</a:t>
              </a:r>
            </a:p>
          </p:txBody>
        </p:sp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07ACAB4D-060D-90C4-0E77-BD4CFD4DB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664588" y="5585530"/>
              <a:ext cx="139971" cy="139971"/>
            </a:xfrm>
            <a:prstGeom prst="rect">
              <a:avLst/>
            </a:prstGeom>
          </p:spPr>
        </p:pic>
      </p:grpSp>
      <p:grpSp>
        <p:nvGrpSpPr>
          <p:cNvPr id="1827" name="Group 1826">
            <a:extLst>
              <a:ext uri="{FF2B5EF4-FFF2-40B4-BE49-F238E27FC236}">
                <a16:creationId xmlns:a16="http://schemas.microsoft.com/office/drawing/2014/main" id="{A352FBF4-3BC8-5578-CC31-443334D8882F}"/>
              </a:ext>
            </a:extLst>
          </p:cNvPr>
          <p:cNvGrpSpPr/>
          <p:nvPr/>
        </p:nvGrpSpPr>
        <p:grpSpPr>
          <a:xfrm>
            <a:off x="2464775" y="5387656"/>
            <a:ext cx="1437153" cy="328280"/>
            <a:chOff x="2038531" y="5481451"/>
            <a:chExt cx="1437527" cy="328365"/>
          </a:xfrm>
        </p:grpSpPr>
        <p:sp>
          <p:nvSpPr>
            <p:cNvPr id="26" name="Rectangle: Rounded Corners 29">
              <a:extLst>
                <a:ext uri="{FF2B5EF4-FFF2-40B4-BE49-F238E27FC236}">
                  <a16:creationId xmlns:a16="http://schemas.microsoft.com/office/drawing/2014/main" id="{E78AD6C1-136D-E92B-88A6-48BD4F2C0F28}"/>
                </a:ext>
              </a:extLst>
            </p:cNvPr>
            <p:cNvSpPr/>
            <p:nvPr/>
          </p:nvSpPr>
          <p:spPr bwMode="auto">
            <a:xfrm>
              <a:off x="2038531" y="5481451"/>
              <a:ext cx="1437527" cy="32836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/>
                </a:gs>
                <a:gs pos="100000">
                  <a:srgbClr val="EBF8FF"/>
                </a:gs>
              </a:gsLst>
              <a:lin ang="2700000" scaled="1"/>
              <a:tileRect/>
            </a:gradFill>
            <a:ln w="12700">
              <a:noFill/>
              <a:headEnd type="none" w="med" len="med"/>
              <a:tailEnd type="none" w="med" len="med"/>
            </a:ln>
            <a:effectLst>
              <a:outerShdw blurRad="50800" dir="2700000" algn="tl" rotWithShape="0">
                <a:prstClr val="black">
                  <a:alpha val="2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5475" tIns="146076" rIns="182594" bIns="146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0981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F2"/>
                  </a:solidFill>
                  <a:effectLst/>
                  <a:uLnTx/>
                  <a:uFillTx/>
                  <a:latin typeface="72 Brand Medium" panose="020B0604030603020204" pitchFamily="34" charset="0"/>
                  <a:ea typeface="+mn-ea"/>
                  <a:cs typeface="72" panose="020B0503030000000003" pitchFamily="34" charset="0"/>
                </a:rPr>
                <a:t>Apps</a:t>
              </a:r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5BE4D4-3190-37A3-7560-A0648CD5C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373714" y="5548737"/>
              <a:ext cx="198553" cy="198552"/>
            </a:xfrm>
            <a:prstGeom prst="rect">
              <a:avLst/>
            </a:prstGeom>
          </p:spPr>
        </p:pic>
      </p:grpSp>
      <p:sp>
        <p:nvSpPr>
          <p:cNvPr id="24" name="Rectangle: Rounded Corners 29">
            <a:extLst>
              <a:ext uri="{FF2B5EF4-FFF2-40B4-BE49-F238E27FC236}">
                <a16:creationId xmlns:a16="http://schemas.microsoft.com/office/drawing/2014/main" id="{1E2DE90E-F4C9-225D-A5A9-58556AC1B0B4}"/>
              </a:ext>
            </a:extLst>
          </p:cNvPr>
          <p:cNvSpPr/>
          <p:nvPr/>
        </p:nvSpPr>
        <p:spPr bwMode="auto">
          <a:xfrm>
            <a:off x="4153105" y="5397535"/>
            <a:ext cx="1437153" cy="32828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EBF8FF"/>
              </a:gs>
            </a:gsLst>
            <a:lin ang="2700000" scaled="1"/>
            <a:tileRect/>
          </a:gradFill>
          <a:ln w="12700">
            <a:noFill/>
            <a:headEnd type="none" w="med" len="med"/>
            <a:tailEnd type="none" w="med" len="med"/>
          </a:ln>
          <a:effectLst>
            <a:outerShdw blurRad="50800" dir="2700000" algn="tl" rotWithShape="0">
              <a:prstClr val="black">
                <a:alpha val="2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5475" tIns="146076" rIns="182594" bIns="14607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098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70F2"/>
                </a:solidFill>
                <a:effectLst/>
                <a:uLnTx/>
                <a:uFillTx/>
                <a:latin typeface="72 Brand Medium" panose="020B0604030603020204" pitchFamily="34" charset="0"/>
                <a:ea typeface="+mn-ea"/>
                <a:cs typeface="72" panose="020B0503030000000003" pitchFamily="34" charset="0"/>
              </a:rPr>
              <a:t>Data</a:t>
            </a:r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1CF0E74E-934A-C67B-33F4-D49284985C2D}"/>
              </a:ext>
            </a:extLst>
          </p:cNvPr>
          <p:cNvSpPr txBox="1"/>
          <p:nvPr/>
        </p:nvSpPr>
        <p:spPr>
          <a:xfrm>
            <a:off x="3825513" y="2376990"/>
            <a:ext cx="2658620" cy="48000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1073731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r>
              <a:rPr kumimoji="0" lang="en-US" sz="2799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72 Brand" pitchFamily="34" charset="-128"/>
                <a:cs typeface="72 Brand" pitchFamily="34" charset="-128"/>
              </a:rPr>
              <a:t>SAP Build</a:t>
            </a: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9128F148-8E04-B658-10C4-D2DFFB353D8E}"/>
              </a:ext>
            </a:extLst>
          </p:cNvPr>
          <p:cNvSpPr txBox="1"/>
          <p:nvPr/>
        </p:nvSpPr>
        <p:spPr>
          <a:xfrm>
            <a:off x="677045" y="3191553"/>
            <a:ext cx="1265417" cy="4430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1073731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2700000" scaled="1"/>
                </a:gradFill>
                <a:effectLst/>
                <a:uLnTx/>
                <a:uFillTx/>
                <a:latin typeface="72 Brand Medium"/>
                <a:ea typeface="72 Brand" pitchFamily="34" charset="-128"/>
                <a:cs typeface="72 Brand" pitchFamily="34" charset="-128"/>
              </a:rPr>
              <a:t>Unified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2700000" scaled="1"/>
                </a:gradFill>
                <a:effectLst/>
                <a:uLnTx/>
                <a:uFillTx/>
                <a:latin typeface="72 Brand Medium"/>
                <a:ea typeface="72 Brand" pitchFamily="34" charset="-128"/>
                <a:cs typeface="72 Brand" pitchFamily="34" charset="-128"/>
              </a:rPr>
            </a:b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2700000" scaled="1"/>
                </a:gradFill>
                <a:effectLst/>
                <a:uLnTx/>
                <a:uFillTx/>
                <a:latin typeface="72 Brand Medium"/>
                <a:ea typeface="72 Brand" pitchFamily="34" charset="-128"/>
                <a:cs typeface="72 Brand" pitchFamily="34" charset="-128"/>
              </a:rPr>
              <a:t>solution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4CACA7D-81C6-3ECD-F1FA-8422A09C69F4}"/>
              </a:ext>
            </a:extLst>
          </p:cNvPr>
          <p:cNvCxnSpPr>
            <a:cxnSpLocks/>
          </p:cNvCxnSpPr>
          <p:nvPr/>
        </p:nvCxnSpPr>
        <p:spPr>
          <a:xfrm>
            <a:off x="9748789" y="3248087"/>
            <a:ext cx="1683055" cy="0"/>
          </a:xfrm>
          <a:prstGeom prst="line">
            <a:avLst/>
          </a:prstGeom>
          <a:ln w="9525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0000">
                  <a:srgbClr val="0070F2"/>
                </a:gs>
                <a:gs pos="78000">
                  <a:srgbClr val="002A86"/>
                </a:gs>
                <a:gs pos="100000">
                  <a:schemeClr val="bg1"/>
                </a:gs>
              </a:gsLst>
              <a:lin ang="21594000" scaled="0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1C55DA-B6EA-29DB-B46B-25D3402D6527}"/>
              </a:ext>
            </a:extLst>
          </p:cNvPr>
          <p:cNvCxnSpPr>
            <a:cxnSpLocks/>
          </p:cNvCxnSpPr>
          <p:nvPr/>
        </p:nvCxnSpPr>
        <p:spPr>
          <a:xfrm>
            <a:off x="9731859" y="4261098"/>
            <a:ext cx="1683055" cy="0"/>
          </a:xfrm>
          <a:prstGeom prst="line">
            <a:avLst/>
          </a:prstGeom>
          <a:ln w="9525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0000">
                  <a:srgbClr val="0070F2"/>
                </a:gs>
                <a:gs pos="78000">
                  <a:srgbClr val="002A86"/>
                </a:gs>
                <a:gs pos="100000">
                  <a:schemeClr val="bg1"/>
                </a:gs>
              </a:gsLst>
              <a:lin ang="21594000" scaled="0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4727E9C-38CA-4FC5-E8F2-A0A98242FF92}"/>
              </a:ext>
            </a:extLst>
          </p:cNvPr>
          <p:cNvGrpSpPr/>
          <p:nvPr/>
        </p:nvGrpSpPr>
        <p:grpSpPr>
          <a:xfrm rot="14522375">
            <a:off x="2049591" y="5486078"/>
            <a:ext cx="106471" cy="169337"/>
            <a:chOff x="1781040" y="3052066"/>
            <a:chExt cx="141719" cy="225394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BF20347-D75E-7A49-CC40-FE5E61EF08CF}"/>
                </a:ext>
              </a:extLst>
            </p:cNvPr>
            <p:cNvSpPr/>
            <p:nvPr/>
          </p:nvSpPr>
          <p:spPr bwMode="gray">
            <a:xfrm rot="18025869">
              <a:off x="1803309" y="3093562"/>
              <a:ext cx="160946" cy="7795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 w="25400" algn="ctr">
              <a:noFill/>
              <a:miter lim="800000"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72 Brand" pitchFamily="34" charset="-128"/>
                <a:cs typeface="72 Brand" pitchFamily="34" charset="-128"/>
              </a:endParaRPr>
            </a:p>
          </p:txBody>
        </p:sp>
        <p:sp>
          <p:nvSpPr>
            <p:cNvPr id="33" name="Rectangle 157">
              <a:extLst>
                <a:ext uri="{FF2B5EF4-FFF2-40B4-BE49-F238E27FC236}">
                  <a16:creationId xmlns:a16="http://schemas.microsoft.com/office/drawing/2014/main" id="{111CF61F-81F5-B311-0964-DBA2B0503F1A}"/>
                </a:ext>
              </a:extLst>
            </p:cNvPr>
            <p:cNvSpPr/>
            <p:nvPr/>
          </p:nvSpPr>
          <p:spPr bwMode="gray">
            <a:xfrm rot="15300000">
              <a:off x="1781040" y="3208041"/>
              <a:ext cx="69419" cy="69419"/>
            </a:xfrm>
            <a:custGeom>
              <a:avLst/>
              <a:gdLst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0 w 904351"/>
                <a:gd name="connsiteY4" fmla="*/ 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91440 w 904351"/>
                <a:gd name="connsiteY4" fmla="*/ 9144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0" fmla="*/ 904351 w 904351"/>
                <a:gd name="connsiteY0" fmla="*/ 0 h 904351"/>
                <a:gd name="connsiteX1" fmla="*/ 904351 w 904351"/>
                <a:gd name="connsiteY1" fmla="*/ 904351 h 904351"/>
                <a:gd name="connsiteX2" fmla="*/ 0 w 904351"/>
                <a:gd name="connsiteY2" fmla="*/ 904351 h 90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4351" h="904351">
                  <a:moveTo>
                    <a:pt x="904351" y="0"/>
                  </a:moveTo>
                  <a:lnTo>
                    <a:pt x="904351" y="904351"/>
                  </a:lnTo>
                  <a:lnTo>
                    <a:pt x="0" y="904351"/>
                  </a:lnTo>
                </a:path>
              </a:pathLst>
            </a:custGeom>
            <a:noFill/>
            <a:ln w="11430" cap="rnd" algn="ctr">
              <a:gradFill>
                <a:gsLst>
                  <a:gs pos="0">
                    <a:srgbClr val="89D1FF"/>
                  </a:gs>
                  <a:gs pos="100000">
                    <a:srgbClr val="1B90FF"/>
                  </a:gs>
                </a:gsLst>
                <a:lin ang="5400000" scaled="1"/>
              </a:gradFill>
              <a:round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6AD94F6-FBCE-AE09-243D-606456788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38" y="503238"/>
            <a:ext cx="11187112" cy="677108"/>
          </a:xfrm>
        </p:spPr>
        <p:txBody>
          <a:bodyPr/>
          <a:lstStyle/>
          <a:p>
            <a:r>
              <a:rPr lang="en-GB" dirty="0"/>
              <a:t>SAP Build helps you deliver results 3x faster.</a:t>
            </a:r>
            <a:br>
              <a:rPr lang="en-GB" dirty="0"/>
            </a:br>
            <a:r>
              <a:rPr lang="en-US" sz="2000" dirty="0">
                <a:latin typeface="72 Brand" panose="020B0504030603020204" pitchFamily="34" charset="0"/>
              </a:rPr>
              <a:t>Build where your business lives, in the context of your applications, data, and AI.</a:t>
            </a:r>
            <a:endParaRPr lang="de-DE" dirty="0">
              <a:latin typeface="72 Brand" panose="020B0504030603020204" pitchFamily="34" charset="0"/>
            </a:endParaRPr>
          </a:p>
        </p:txBody>
      </p:sp>
      <p:pic>
        <p:nvPicPr>
          <p:cNvPr id="5" name="Picture 27">
            <a:extLst>
              <a:ext uri="{FF2B5EF4-FFF2-40B4-BE49-F238E27FC236}">
                <a16:creationId xmlns:a16="http://schemas.microsoft.com/office/drawing/2014/main" id="{78EAE971-5BF4-8AC0-B391-8B53A98FB8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4490440" y="5454925"/>
            <a:ext cx="198501" cy="19850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E47430BD-D4C1-E5C3-25A6-F427510D565E}"/>
              </a:ext>
            </a:extLst>
          </p:cNvPr>
          <p:cNvSpPr/>
          <p:nvPr/>
        </p:nvSpPr>
        <p:spPr bwMode="gray">
          <a:xfrm>
            <a:off x="2533796" y="3111330"/>
            <a:ext cx="935340" cy="430775"/>
          </a:xfrm>
          <a:prstGeom prst="rect">
            <a:avLst/>
          </a:prstGeom>
          <a:noFill/>
          <a:ln w="28575" algn="ctr">
            <a:solidFill>
              <a:srgbClr val="FF8AF0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337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6AFC9-F4CA-3284-F5EF-CC1495DB1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66E6C69-0E09-40FA-CA0F-5E9D1EFAEE78}"/>
              </a:ext>
            </a:extLst>
          </p:cNvPr>
          <p:cNvSpPr/>
          <p:nvPr/>
        </p:nvSpPr>
        <p:spPr bwMode="gray">
          <a:xfrm>
            <a:off x="206734" y="4428878"/>
            <a:ext cx="11513489" cy="499110"/>
          </a:xfrm>
          <a:prstGeom prst="roundRect">
            <a:avLst>
              <a:gd name="adj" fmla="val 50000"/>
            </a:avLst>
          </a:prstGeom>
          <a:noFill/>
          <a:ln w="28575" algn="ctr">
            <a:solidFill>
              <a:srgbClr val="FF8AF0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DE" sz="1800" kern="0">
              <a:latin typeface="+mj-lt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821B11-E960-DBD5-209A-1A4165CE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SAPUI5 is SAP’s standard UI framework of choice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70A655-CD87-15DF-4CEC-DD2162111967}"/>
              </a:ext>
            </a:extLst>
          </p:cNvPr>
          <p:cNvSpPr txBox="1"/>
          <p:nvPr/>
        </p:nvSpPr>
        <p:spPr>
          <a:xfrm>
            <a:off x="503237" y="2278121"/>
            <a:ext cx="28800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kern="0" dirty="0">
                <a:solidFill>
                  <a:srgbClr val="002A86"/>
                </a:solidFill>
                <a:latin typeface="+mj-lt"/>
                <a:ea typeface="Arial Unicode MS" pitchFamily="34" charset="-128"/>
                <a:cs typeface="Arial Unicode MS" pitchFamily="34" charset="-128"/>
              </a:rPr>
              <a:t>Consistent UX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7B8C6-03DF-315D-3797-D0B9808833C6}"/>
              </a:ext>
            </a:extLst>
          </p:cNvPr>
          <p:cNvSpPr txBox="1"/>
          <p:nvPr/>
        </p:nvSpPr>
        <p:spPr>
          <a:xfrm>
            <a:off x="503236" y="2836059"/>
            <a:ext cx="28800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>
                <a:latin typeface="72 Brand" panose="020B0504030603020204" pitchFamily="34" charset="0"/>
              </a:rPr>
              <a:t>SAPUI5 enables the SAP Fiori design evolution across SAP solutions (and beyond).</a:t>
            </a:r>
            <a:endParaRPr lang="en-US" sz="1600" kern="0" dirty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68FAF9-A69B-1E08-2F0F-6F57FB35357E}"/>
              </a:ext>
            </a:extLst>
          </p:cNvPr>
          <p:cNvSpPr txBox="1"/>
          <p:nvPr/>
        </p:nvSpPr>
        <p:spPr>
          <a:xfrm>
            <a:off x="503237" y="4498052"/>
            <a:ext cx="1931619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kern="0" dirty="0">
                <a:solidFill>
                  <a:srgbClr val="002A86"/>
                </a:solidFill>
                <a:latin typeface="+mj-lt"/>
                <a:ea typeface="Arial Unicode MS" pitchFamily="34" charset="-128"/>
                <a:cs typeface="Arial Unicode MS" pitchFamily="34" charset="-128"/>
              </a:rPr>
              <a:t>Flexible tools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939E8B-BB96-5CEB-F947-DD2801470E61}"/>
              </a:ext>
            </a:extLst>
          </p:cNvPr>
          <p:cNvSpPr txBox="1"/>
          <p:nvPr/>
        </p:nvSpPr>
        <p:spPr>
          <a:xfrm>
            <a:off x="503237" y="5055990"/>
            <a:ext cx="2880000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>
                <a:latin typeface="72 Brand" panose="020B0504030603020204" pitchFamily="34" charset="0"/>
              </a:rPr>
              <a:t>for any developer: SAPUI5 comes with tools to efficiently build, test, and deploy apps, including SAP Build Code.</a:t>
            </a:r>
            <a:endParaRPr lang="en-US" sz="1600" kern="0" dirty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00FEC1-1F05-BF21-EEA6-EC644BC809B5}"/>
              </a:ext>
            </a:extLst>
          </p:cNvPr>
          <p:cNvSpPr txBox="1"/>
          <p:nvPr/>
        </p:nvSpPr>
        <p:spPr>
          <a:xfrm>
            <a:off x="4312973" y="2278121"/>
            <a:ext cx="2011769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kern="0" dirty="0">
                <a:solidFill>
                  <a:srgbClr val="0070F2"/>
                </a:solidFill>
                <a:latin typeface="+mj-lt"/>
                <a:ea typeface="Arial Unicode MS" pitchFamily="34" charset="-128"/>
                <a:cs typeface="Arial Unicode MS" pitchFamily="34" charset="-128"/>
              </a:rPr>
              <a:t>Use anywhere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E54AC5-2CD1-D519-870E-831698E170A3}"/>
              </a:ext>
            </a:extLst>
          </p:cNvPr>
          <p:cNvSpPr txBox="1"/>
          <p:nvPr/>
        </p:nvSpPr>
        <p:spPr>
          <a:xfrm>
            <a:off x="4312971" y="2836059"/>
            <a:ext cx="3035179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>
                <a:latin typeface="72 Brand" panose="020B0504030603020204" pitchFamily="34" charset="0"/>
              </a:rPr>
              <a:t>SAPUI5 allows single, responsive app implementations for all browsers, platforms, and devices.</a:t>
            </a:r>
            <a:endParaRPr lang="en-US" sz="1600" kern="0" dirty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21EFD7-343E-040D-2B0B-FDA40D3700DC}"/>
              </a:ext>
            </a:extLst>
          </p:cNvPr>
          <p:cNvSpPr txBox="1"/>
          <p:nvPr/>
        </p:nvSpPr>
        <p:spPr>
          <a:xfrm>
            <a:off x="4312973" y="4498052"/>
            <a:ext cx="173284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kern="0" dirty="0">
                <a:solidFill>
                  <a:srgbClr val="0070F2"/>
                </a:solidFill>
                <a:latin typeface="+mj-lt"/>
                <a:ea typeface="Arial Unicode MS" pitchFamily="34" charset="-128"/>
                <a:cs typeface="Arial Unicode MS" pitchFamily="34" charset="-128"/>
              </a:rPr>
              <a:t>Innovations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27E2CA-3289-9C8C-242F-C4410920D24F}"/>
              </a:ext>
            </a:extLst>
          </p:cNvPr>
          <p:cNvSpPr txBox="1"/>
          <p:nvPr/>
        </p:nvSpPr>
        <p:spPr>
          <a:xfrm>
            <a:off x="4312972" y="5055990"/>
            <a:ext cx="3035177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>
                <a:latin typeface="72 Brand" panose="020B0504030603020204" pitchFamily="34" charset="0"/>
              </a:rPr>
              <a:t>SAPUI5 brings a clear separation of apps and framework to centrally innovate while staying upgrade-compatible. </a:t>
            </a:r>
            <a:endParaRPr lang="en-US" sz="1600" kern="0" dirty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B2F42B-A4A7-9334-A8B4-710374736016}"/>
              </a:ext>
            </a:extLst>
          </p:cNvPr>
          <p:cNvSpPr txBox="1"/>
          <p:nvPr/>
        </p:nvSpPr>
        <p:spPr>
          <a:xfrm>
            <a:off x="8122708" y="2278121"/>
            <a:ext cx="365455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kern="0" dirty="0">
                <a:solidFill>
                  <a:srgbClr val="89D1FF"/>
                </a:solidFill>
                <a:latin typeface="+mj-lt"/>
                <a:ea typeface="Arial Unicode MS" pitchFamily="34" charset="-128"/>
                <a:cs typeface="Arial Unicode MS" pitchFamily="34" charset="-128"/>
              </a:rPr>
              <a:t>Enterprise UI elements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083FDE-F39C-281B-AAC0-B67BDC0D19B8}"/>
              </a:ext>
            </a:extLst>
          </p:cNvPr>
          <p:cNvSpPr txBox="1"/>
          <p:nvPr/>
        </p:nvSpPr>
        <p:spPr>
          <a:xfrm>
            <a:off x="8122708" y="2836059"/>
            <a:ext cx="2880000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>
                <a:latin typeface="72 Brand" panose="020B0504030603020204" pitchFamily="34" charset="0"/>
              </a:rPr>
              <a:t>and UI integration cards are available to build professional UIs, SAP Web Components to cover all Web technology stacks.</a:t>
            </a:r>
            <a:endParaRPr lang="en-US" sz="1600" kern="0" dirty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10E79B-664C-DEEC-5C7E-71F5A3B10AA0}"/>
              </a:ext>
            </a:extLst>
          </p:cNvPr>
          <p:cNvSpPr txBox="1"/>
          <p:nvPr/>
        </p:nvSpPr>
        <p:spPr>
          <a:xfrm>
            <a:off x="8122710" y="4498052"/>
            <a:ext cx="318506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kern="0" dirty="0">
                <a:solidFill>
                  <a:srgbClr val="89D1FF"/>
                </a:solidFill>
                <a:latin typeface="+mj-lt"/>
                <a:ea typeface="Arial Unicode MS" pitchFamily="34" charset="-128"/>
                <a:cs typeface="Arial Unicode MS" pitchFamily="34" charset="-128"/>
              </a:rPr>
              <a:t>Powerful extensibility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40190B-7C9E-E2D1-41D2-44004FB1298C}"/>
              </a:ext>
            </a:extLst>
          </p:cNvPr>
          <p:cNvSpPr txBox="1"/>
          <p:nvPr/>
        </p:nvSpPr>
        <p:spPr>
          <a:xfrm>
            <a:off x="8122709" y="5055990"/>
            <a:ext cx="3185068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>
                <a:latin typeface="72 Brand" panose="020B0504030603020204" pitchFamily="34" charset="0"/>
              </a:rPr>
              <a:t>Customers and partners can adapt SAP standard apps and customize UIs with or without coding.</a:t>
            </a:r>
            <a:endParaRPr lang="en-US" sz="1600" kern="0" dirty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4367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0287BC5-7626-3A5C-723A-2D71BFDC3E36}"/>
              </a:ext>
            </a:extLst>
          </p:cNvPr>
          <p:cNvSpPr/>
          <p:nvPr/>
        </p:nvSpPr>
        <p:spPr bwMode="gray">
          <a:xfrm>
            <a:off x="784025" y="1349406"/>
            <a:ext cx="2816334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Business requirement for a user interface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271382-97D5-DCCA-4A6E-93A942C09533}"/>
              </a:ext>
            </a:extLst>
          </p:cNvPr>
          <p:cNvSpPr/>
          <p:nvPr/>
        </p:nvSpPr>
        <p:spPr bwMode="gray">
          <a:xfrm>
            <a:off x="784025" y="2305235"/>
            <a:ext cx="1136342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lang="en-US" sz="1000" kern="0" dirty="0">
                <a:latin typeface="+mn-lt"/>
                <a:ea typeface="Arial Unicode MS" pitchFamily="34" charset="-128"/>
                <a:cs typeface="Arial Unicode MS" pitchFamily="34" charset="-128"/>
              </a:rPr>
              <a:t>Is a standard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 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 </a:t>
            </a: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Fior</a:t>
            </a:r>
            <a:r>
              <a:rPr lang="en-US" sz="1000" kern="0" dirty="0">
                <a:latin typeface="+mn-lt"/>
                <a:ea typeface="Arial Unicode MS" pitchFamily="34" charset="-128"/>
                <a:cs typeface="Arial Unicode MS" pitchFamily="34" charset="-128"/>
              </a:rPr>
              <a:t>i a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pp available?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537A57A-81D2-7BBE-CFEB-918E4815CB56}"/>
              </a:ext>
            </a:extLst>
          </p:cNvPr>
          <p:cNvSpPr/>
          <p:nvPr/>
        </p:nvSpPr>
        <p:spPr bwMode="gray">
          <a:xfrm>
            <a:off x="784025" y="3261064"/>
            <a:ext cx="1136342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Does the app UI need changes?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B754E4F-91B1-332F-1C65-F0E750ED5603}"/>
              </a:ext>
            </a:extLst>
          </p:cNvPr>
          <p:cNvSpPr/>
          <p:nvPr/>
        </p:nvSpPr>
        <p:spPr bwMode="gray">
          <a:xfrm>
            <a:off x="784025" y="4854028"/>
            <a:ext cx="1137600" cy="1457585"/>
          </a:xfrm>
          <a:prstGeom prst="roundRect">
            <a:avLst/>
          </a:prstGeom>
          <a:solidFill>
            <a:schemeClr val="bg2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 standard SAP Fiori</a:t>
            </a:r>
            <a:r>
              <a:rPr lang="en-US" sz="1100" kern="0" dirty="0">
                <a:latin typeface="+mn-lt"/>
                <a:ea typeface="Arial Unicode MS" pitchFamily="34" charset="-128"/>
                <a:cs typeface="Arial Unicode MS" pitchFamily="34" charset="-128"/>
              </a:rPr>
              <a:t> app</a:t>
            </a:r>
            <a:br>
              <a:rPr lang="en-US" sz="1100" kern="0" dirty="0"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lang="en-US" sz="1100" kern="0" dirty="0"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latin typeface="+mn-lt"/>
                <a:ea typeface="Arial Unicode MS" pitchFamily="34" charset="-128"/>
                <a:cs typeface="Arial Unicode MS" pitchFamily="34" charset="-128"/>
              </a:rPr>
              <a:t>(SAPUI5)</a:t>
            </a:r>
            <a:endParaRPr kumimoji="0" lang="en-US" sz="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50B0C19-608F-18B3-D1F0-78729BABA955}"/>
              </a:ext>
            </a:extLst>
          </p:cNvPr>
          <p:cNvSpPr/>
          <p:nvPr/>
        </p:nvSpPr>
        <p:spPr bwMode="gray">
          <a:xfrm>
            <a:off x="5425252" y="2305234"/>
            <a:ext cx="1136342" cy="55041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Is a classic transaction available?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047D389-3635-72C3-25EC-3FD819539441}"/>
              </a:ext>
            </a:extLst>
          </p:cNvPr>
          <p:cNvSpPr/>
          <p:nvPr/>
        </p:nvSpPr>
        <p:spPr bwMode="gray">
          <a:xfrm>
            <a:off x="8729861" y="2300069"/>
            <a:ext cx="1136342" cy="550415"/>
          </a:xfrm>
          <a:prstGeom prst="roundRect">
            <a:avLst/>
          </a:prstGeom>
          <a:solidFill>
            <a:srgbClr val="89D1FF"/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lang="en-US" sz="1000" kern="0" dirty="0">
                <a:latin typeface="+mn-lt"/>
                <a:ea typeface="Arial Unicode MS" pitchFamily="34" charset="-128"/>
                <a:cs typeface="Arial Unicode MS" pitchFamily="34" charset="-128"/>
              </a:rPr>
              <a:t>Tight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 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 S/4HANA integration?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3920B1-471F-47BE-CC2C-A2D50EA2E169}"/>
              </a:ext>
            </a:extLst>
          </p:cNvPr>
          <p:cNvSpPr/>
          <p:nvPr/>
        </p:nvSpPr>
        <p:spPr bwMode="gray">
          <a:xfrm>
            <a:off x="5425252" y="3261064"/>
            <a:ext cx="1136342" cy="55041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Does the app UI need changes?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9428AF-1DA9-BEA4-FBC6-A689392387C7}"/>
              </a:ext>
            </a:extLst>
          </p:cNvPr>
          <p:cNvSpPr/>
          <p:nvPr/>
        </p:nvSpPr>
        <p:spPr bwMode="gray">
          <a:xfrm>
            <a:off x="2109757" y="3935769"/>
            <a:ext cx="1136342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Is key-user adaptation sufficient?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37D542A-18D6-1472-1AA3-B477F9ADB641}"/>
              </a:ext>
            </a:extLst>
          </p:cNvPr>
          <p:cNvSpPr/>
          <p:nvPr/>
        </p:nvSpPr>
        <p:spPr bwMode="gray">
          <a:xfrm>
            <a:off x="2109757" y="4859052"/>
            <a:ext cx="1136342" cy="1457585"/>
          </a:xfrm>
          <a:prstGeom prst="roundRect">
            <a:avLst/>
          </a:prstGeom>
          <a:solidFill>
            <a:schemeClr val="tx2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Key user adaptation</a:t>
            </a:r>
            <a:br>
              <a:rPr kumimoji="0" 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</a:t>
            </a: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SAPUI5 flexibility)</a:t>
            </a:r>
            <a:endParaRPr kumimoji="0" lang="en-US" sz="100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988B0AC-716A-8247-651B-7F62F03AC662}"/>
              </a:ext>
            </a:extLst>
          </p:cNvPr>
          <p:cNvSpPr/>
          <p:nvPr/>
        </p:nvSpPr>
        <p:spPr bwMode="gray">
          <a:xfrm>
            <a:off x="3435489" y="4859052"/>
            <a:ext cx="1136342" cy="1457585"/>
          </a:xfrm>
          <a:prstGeom prst="roundRect">
            <a:avLst/>
          </a:prstGeom>
          <a:solidFill>
            <a:srgbClr val="0070F2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kumimoji="0" lang="en-US" sz="12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Developer adaptation</a:t>
            </a:r>
            <a:br>
              <a:rPr kumimoji="0" lang="en-US" sz="12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kumimoji="0" lang="en-US" sz="10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0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(</a:t>
            </a: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SAPUI5 flexibility</a:t>
            </a: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)</a:t>
            </a:r>
            <a:endParaRPr kumimoji="0" lang="en-US" sz="100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3EB541-9B6C-C909-D38D-774C3A8B73BB}"/>
              </a:ext>
            </a:extLst>
          </p:cNvPr>
          <p:cNvSpPr/>
          <p:nvPr/>
        </p:nvSpPr>
        <p:spPr bwMode="gray">
          <a:xfrm>
            <a:off x="5425252" y="4859051"/>
            <a:ext cx="1137600" cy="1457585"/>
          </a:xfrm>
          <a:prstGeom prst="roundRect">
            <a:avLst/>
          </a:prstGeom>
          <a:solidFill>
            <a:schemeClr val="bg2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1200" kern="0" dirty="0">
                <a:latin typeface="+mn-lt"/>
                <a:ea typeface="Arial Unicode MS" pitchFamily="34" charset="-128"/>
                <a:cs typeface="Arial Unicode MS" pitchFamily="34" charset="-128"/>
              </a:rPr>
              <a:t>SAP standard classic app</a:t>
            </a:r>
            <a:br>
              <a:rPr lang="en-US" sz="1200" kern="0" dirty="0"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lang="en-US" sz="800" kern="0" dirty="0"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latin typeface="+mn-lt"/>
                <a:ea typeface="Arial Unicode MS" pitchFamily="34" charset="-128"/>
                <a:cs typeface="Arial Unicode MS" pitchFamily="34" charset="-128"/>
              </a:rPr>
              <a:t>(SAPGUI for HTML)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51A51BC-2F67-A35B-BB79-7D10B058120F}"/>
              </a:ext>
            </a:extLst>
          </p:cNvPr>
          <p:cNvSpPr/>
          <p:nvPr/>
        </p:nvSpPr>
        <p:spPr bwMode="gray">
          <a:xfrm>
            <a:off x="6750984" y="4859050"/>
            <a:ext cx="1136342" cy="1457585"/>
          </a:xfrm>
          <a:prstGeom prst="roundRect">
            <a:avLst/>
          </a:prstGeom>
          <a:solidFill>
            <a:srgbClr val="1B90FF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12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UI adaptation</a:t>
            </a:r>
            <a:br>
              <a:rPr lang="en-US" sz="12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lang="en-US" sz="12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(SAP Screen Personas)</a:t>
            </a:r>
            <a:endParaRPr lang="en-US" sz="1000" kern="0" dirty="0">
              <a:solidFill>
                <a:srgbClr val="FFFFFF"/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9BA657B-5136-159E-CB31-02E1185C0EB8}"/>
              </a:ext>
            </a:extLst>
          </p:cNvPr>
          <p:cNvSpPr/>
          <p:nvPr/>
        </p:nvSpPr>
        <p:spPr bwMode="gray">
          <a:xfrm>
            <a:off x="10309509" y="2300068"/>
            <a:ext cx="1136342" cy="550415"/>
          </a:xfrm>
          <a:prstGeom prst="roundRect">
            <a:avLst/>
          </a:prstGeom>
          <a:solidFill>
            <a:srgbClr val="89D1FF"/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Need SAP BTP benefits?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DCF68C-834F-E585-449E-930F9D71AEE2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352196" y="1899821"/>
            <a:ext cx="0" cy="40541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1569AC1-0853-BE1F-4E3D-AB81F05A2AB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52196" y="2855650"/>
            <a:ext cx="0" cy="40541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325E86E-CEA9-B9E7-B530-3F734073BC8A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52196" y="3811479"/>
            <a:ext cx="629" cy="10425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73947DC-5C1F-3170-E34A-3F0F71C28355}"/>
              </a:ext>
            </a:extLst>
          </p:cNvPr>
          <p:cNvCxnSpPr>
            <a:cxnSpLocks/>
            <a:stCxn id="7" idx="3"/>
            <a:endCxn id="12" idx="0"/>
          </p:cNvCxnSpPr>
          <p:nvPr/>
        </p:nvCxnSpPr>
        <p:spPr>
          <a:xfrm>
            <a:off x="1920367" y="3536272"/>
            <a:ext cx="757561" cy="39949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6249174-A042-13E6-0379-72F113358C27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2677928" y="4486184"/>
            <a:ext cx="0" cy="3728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B43A92F-40AA-52B5-E6BE-BC69DD52A7DC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1920367" y="2580442"/>
            <a:ext cx="3504885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21704BC-E4C7-9BEB-5AA5-556152707F2F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5993423" y="2855649"/>
            <a:ext cx="0" cy="4054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F5E7697-F3AB-AF1C-68C2-41C31814F7C5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5993423" y="3811479"/>
            <a:ext cx="629" cy="10475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1614C4D-0E44-302F-3A90-E793B0610FD9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>
            <a:off x="3246099" y="4210977"/>
            <a:ext cx="757561" cy="648075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FA215476-DBC0-562E-199A-FCF94FE752DC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>
            <a:off x="6561594" y="3536272"/>
            <a:ext cx="757561" cy="1322778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9F4A2A4-BC86-8F51-6F3A-B9B639262C06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6561594" y="2575277"/>
            <a:ext cx="2168267" cy="5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F351161-87C4-09B4-3420-727228FF564A}"/>
              </a:ext>
            </a:extLst>
          </p:cNvPr>
          <p:cNvCxnSpPr>
            <a:cxnSpLocks/>
            <a:stCxn id="19" idx="2"/>
            <a:endCxn id="29" idx="0"/>
          </p:cNvCxnSpPr>
          <p:nvPr/>
        </p:nvCxnSpPr>
        <p:spPr>
          <a:xfrm flipH="1">
            <a:off x="10871809" y="2850483"/>
            <a:ext cx="5871" cy="20085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AF4A7EC-8364-62FD-D300-EF70A1678AC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9298032" y="2850484"/>
            <a:ext cx="0" cy="20085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30C106D2-8F4A-1453-BA20-E0D64943073C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9866203" y="2575276"/>
            <a:ext cx="443306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C5A867D-13AB-ED78-D33A-816766079946}"/>
              </a:ext>
            </a:extLst>
          </p:cNvPr>
          <p:cNvSpPr txBox="1"/>
          <p:nvPr/>
        </p:nvSpPr>
        <p:spPr>
          <a:xfrm>
            <a:off x="1459935" y="2904468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 dirty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 dirty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1AC5818-D83D-E06E-A7BA-23F89DF238DE}"/>
              </a:ext>
            </a:extLst>
          </p:cNvPr>
          <p:cNvSpPr txBox="1"/>
          <p:nvPr/>
        </p:nvSpPr>
        <p:spPr>
          <a:xfrm>
            <a:off x="2015062" y="3203493"/>
            <a:ext cx="352693" cy="307777"/>
          </a:xfrm>
          <a:prstGeom prst="rect">
            <a:avLst/>
          </a:prstGeom>
          <a:ln w="12700">
            <a:noFill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 dirty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 dirty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BE45A1A-B7EC-F286-26BD-6EECA2064063}"/>
              </a:ext>
            </a:extLst>
          </p:cNvPr>
          <p:cNvSpPr txBox="1"/>
          <p:nvPr/>
        </p:nvSpPr>
        <p:spPr>
          <a:xfrm>
            <a:off x="2779586" y="4518730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 dirty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 dirty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646848D-5F2C-35A7-A689-FEFB28D4DE04}"/>
              </a:ext>
            </a:extLst>
          </p:cNvPr>
          <p:cNvSpPr txBox="1"/>
          <p:nvPr/>
        </p:nvSpPr>
        <p:spPr>
          <a:xfrm>
            <a:off x="6095080" y="2904468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 dirty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 dirty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045C6E8-1295-6D66-9CD1-BC5857CB8E9D}"/>
              </a:ext>
            </a:extLst>
          </p:cNvPr>
          <p:cNvSpPr txBox="1"/>
          <p:nvPr/>
        </p:nvSpPr>
        <p:spPr>
          <a:xfrm>
            <a:off x="6644467" y="3187122"/>
            <a:ext cx="352693" cy="307777"/>
          </a:xfrm>
          <a:prstGeom prst="rect">
            <a:avLst/>
          </a:prstGeom>
          <a:ln w="12700">
            <a:noFill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 dirty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 dirty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BDBAF53-C0BC-9B3A-A9F7-E3B240D684C2}"/>
              </a:ext>
            </a:extLst>
          </p:cNvPr>
          <p:cNvSpPr txBox="1"/>
          <p:nvPr/>
        </p:nvSpPr>
        <p:spPr>
          <a:xfrm>
            <a:off x="9399688" y="2904468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 dirty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 dirty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335A74-8541-B4CB-D29F-015ED06B02F4}"/>
              </a:ext>
            </a:extLst>
          </p:cNvPr>
          <p:cNvSpPr txBox="1"/>
          <p:nvPr/>
        </p:nvSpPr>
        <p:spPr>
          <a:xfrm>
            <a:off x="10985419" y="2904510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 dirty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 dirty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8A1FC25-5517-6577-3EEE-B0BF6575F9F5}"/>
              </a:ext>
            </a:extLst>
          </p:cNvPr>
          <p:cNvSpPr txBox="1"/>
          <p:nvPr/>
        </p:nvSpPr>
        <p:spPr>
          <a:xfrm>
            <a:off x="1342280" y="3877472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B9A5DFA-DF81-33DE-31EA-1D4E85D1B1CD}"/>
              </a:ext>
            </a:extLst>
          </p:cNvPr>
          <p:cNvSpPr txBox="1"/>
          <p:nvPr/>
        </p:nvSpPr>
        <p:spPr>
          <a:xfrm>
            <a:off x="3247662" y="3882771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4D386B8-FFFF-D2C8-8569-222C409D29A2}"/>
              </a:ext>
            </a:extLst>
          </p:cNvPr>
          <p:cNvSpPr txBox="1"/>
          <p:nvPr/>
        </p:nvSpPr>
        <p:spPr>
          <a:xfrm>
            <a:off x="6000024" y="3872173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4D94608-40A9-6694-CE0D-0A6EF91B8FCF}"/>
              </a:ext>
            </a:extLst>
          </p:cNvPr>
          <p:cNvSpPr txBox="1"/>
          <p:nvPr/>
        </p:nvSpPr>
        <p:spPr>
          <a:xfrm>
            <a:off x="9874868" y="2246809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01DC5-D361-6282-A547-EA4DC98F3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Choose the path to the UI extension based on your needs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B4B1D9A-760F-5D47-E637-F43FB73C0367}"/>
              </a:ext>
            </a:extLst>
          </p:cNvPr>
          <p:cNvSpPr txBox="1"/>
          <p:nvPr/>
        </p:nvSpPr>
        <p:spPr>
          <a:xfrm>
            <a:off x="6570847" y="2253297"/>
            <a:ext cx="2167676" cy="276999"/>
          </a:xfrm>
          <a:prstGeom prst="rect">
            <a:avLst/>
          </a:prstGeom>
          <a:ln w="12700">
            <a:noFill/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C81D872-D82C-36BA-FAED-0CA1414B8700}"/>
              </a:ext>
            </a:extLst>
          </p:cNvPr>
          <p:cNvSpPr txBox="1"/>
          <p:nvPr/>
        </p:nvSpPr>
        <p:spPr>
          <a:xfrm>
            <a:off x="1977574" y="2314852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200" b="0" i="0">
                <a:solidFill>
                  <a:srgbClr val="DF000F"/>
                </a:solidFill>
                <a:effectLst/>
                <a:latin typeface="+mj-lt"/>
              </a:rPr>
              <a:t>❌</a:t>
            </a:r>
            <a:endParaRPr lang="en-US" sz="18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27" name="Rectangle: Rounded Corners 17">
            <a:extLst>
              <a:ext uri="{FF2B5EF4-FFF2-40B4-BE49-F238E27FC236}">
                <a16:creationId xmlns:a16="http://schemas.microsoft.com/office/drawing/2014/main" id="{90450543-251C-972A-398B-475F4A9F977C}"/>
              </a:ext>
            </a:extLst>
          </p:cNvPr>
          <p:cNvSpPr/>
          <p:nvPr/>
        </p:nvSpPr>
        <p:spPr bwMode="gray">
          <a:xfrm>
            <a:off x="8738526" y="4859048"/>
            <a:ext cx="1136342" cy="1457585"/>
          </a:xfrm>
          <a:prstGeom prst="roundRect">
            <a:avLst/>
          </a:prstGeom>
          <a:solidFill>
            <a:srgbClr val="002A86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Custom app on-stack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(with SAP Build, </a:t>
            </a:r>
            <a:b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ABAP Cloud,:</a:t>
            </a:r>
            <a:b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SAP Fiori elements, or SAPUI5 freestyle)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9" name="Rectangle: Rounded Corners 17">
            <a:extLst>
              <a:ext uri="{FF2B5EF4-FFF2-40B4-BE49-F238E27FC236}">
                <a16:creationId xmlns:a16="http://schemas.microsoft.com/office/drawing/2014/main" id="{D8E6CEBC-EC53-A7C8-AAA9-65FC446833DA}"/>
              </a:ext>
            </a:extLst>
          </p:cNvPr>
          <p:cNvSpPr/>
          <p:nvPr/>
        </p:nvSpPr>
        <p:spPr bwMode="gray">
          <a:xfrm>
            <a:off x="10303638" y="4859048"/>
            <a:ext cx="1136342" cy="1457585"/>
          </a:xfrm>
          <a:prstGeom prst="roundRect">
            <a:avLst/>
          </a:prstGeom>
          <a:solidFill>
            <a:srgbClr val="002A86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1200" kern="0" dirty="0">
                <a:solidFill>
                  <a:srgbClr val="FFFFFF"/>
                </a:solidFill>
                <a:ea typeface="Arial Unicode MS" pitchFamily="34" charset="-128"/>
                <a:cs typeface="Arial Unicode MS" pitchFamily="34" charset="-128"/>
              </a:rPr>
              <a:t>Custom app side-by-side</a:t>
            </a:r>
          </a:p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(with SAP Build, </a:t>
            </a:r>
            <a:b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CAP, ABAP Cloud:</a:t>
            </a:r>
            <a:b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SAP Fiori elements, SAPUI5 freestyle, or SAP Build Apps)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165E9D-785D-287A-0804-DB270DD5D2E1}"/>
              </a:ext>
            </a:extLst>
          </p:cNvPr>
          <p:cNvSpPr txBox="1"/>
          <p:nvPr/>
        </p:nvSpPr>
        <p:spPr>
          <a:xfrm>
            <a:off x="6802719" y="2253296"/>
            <a:ext cx="1358969" cy="2154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kumimoji="0" lang="en-DE" sz="800" b="0" i="0" u="none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72 Brand" panose="020B0504030603020204" pitchFamily="34" charset="0"/>
              </a:rPr>
              <a:t>No standard UI available</a:t>
            </a:r>
            <a:endParaRPr lang="en-US" sz="800" dirty="0">
              <a:latin typeface="72 Brand" panose="020B0504030603020204" pitchFamily="34" charset="0"/>
            </a:endParaRP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2156C24-1D47-7EB8-86BD-E85B53E93BA0}"/>
              </a:ext>
            </a:extLst>
          </p:cNvPr>
          <p:cNvSpPr/>
          <p:nvPr/>
        </p:nvSpPr>
        <p:spPr bwMode="gray">
          <a:xfrm>
            <a:off x="2109757" y="4875010"/>
            <a:ext cx="1136342" cy="1457585"/>
          </a:xfrm>
          <a:prstGeom prst="roundRect">
            <a:avLst/>
          </a:prstGeom>
          <a:noFill/>
          <a:ln w="57150" algn="ctr">
            <a:solidFill>
              <a:srgbClr val="FF8AF0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970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6972E-6 0.00046 L 0.11169 0.00046 " pathEditMode="relative" rAng="0" ptsTypes="AA">
                                      <p:cBhvr>
                                        <p:cTn id="12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8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1169 0.00046 L 0.67027 0.00046 " pathEditMode="relative" rAng="0" ptsTypes="AA">
                                      <p:cBhvr>
                                        <p:cTn id="124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92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 animBg="1"/>
      <p:bldP spid="80" grpId="0"/>
      <p:bldP spid="83" grpId="0"/>
      <p:bldP spid="87" grpId="0"/>
      <p:bldP spid="88" grpId="0"/>
      <p:bldP spid="89" grpId="0"/>
      <p:bldP spid="90" grpId="0"/>
      <p:bldP spid="91" grpId="0"/>
      <p:bldP spid="93" grpId="0"/>
      <p:bldP spid="94" grpId="0"/>
      <p:bldP spid="95" grpId="0"/>
      <p:bldP spid="96" grpId="0"/>
      <p:bldP spid="103" grpId="0"/>
      <p:bldP spid="104" grpId="0"/>
      <p:bldP spid="27" grpId="0" animBg="1"/>
      <p:bldP spid="29" grpId="0" animBg="1"/>
      <p:bldP spid="35" grpId="0"/>
      <p:bldP spid="4" grpId="0" animBg="1"/>
      <p:bldP spid="4" grpId="1" animBg="1"/>
      <p:bldP spid="4" grpId="2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EC62D-0AF1-E4FA-08BA-7AE49E638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04D90C-81D3-FD81-6474-001E522354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Hands on!</a:t>
            </a:r>
          </a:p>
        </p:txBody>
      </p:sp>
      <p:pic>
        <p:nvPicPr>
          <p:cNvPr id="4" name="Picture 3" descr="A qr code with a logo&#10;&#10;AI-generated content may be incorrect.">
            <a:extLst>
              <a:ext uri="{FF2B5EF4-FFF2-40B4-BE49-F238E27FC236}">
                <a16:creationId xmlns:a16="http://schemas.microsoft.com/office/drawing/2014/main" id="{11AFD146-1794-17E6-84DD-23B92E123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703351"/>
            <a:ext cx="2292069" cy="229206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BCE42E-3119-73FE-7E81-4062C452EF9B}"/>
              </a:ext>
            </a:extLst>
          </p:cNvPr>
          <p:cNvSpPr txBox="1"/>
          <p:nvPr/>
        </p:nvSpPr>
        <p:spPr>
          <a:xfrm>
            <a:off x="1765412" y="5154649"/>
            <a:ext cx="8664350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https://</a:t>
            </a:r>
            <a:r>
              <a:rPr lang="en-US" sz="2000" kern="0" noProof="1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github.com</a:t>
            </a: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/SAP-samples/teched2025-AD260</a:t>
            </a:r>
            <a:endParaRPr lang="en-US" sz="2000" kern="0" dirty="0">
              <a:solidFill>
                <a:schemeClr val="bg1"/>
              </a:solidFill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641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qr code with a logo&#10;&#10;AI-generated content may be incorrect.">
            <a:extLst>
              <a:ext uri="{FF2B5EF4-FFF2-40B4-BE49-F238E27FC236}">
                <a16:creationId xmlns:a16="http://schemas.microsoft.com/office/drawing/2014/main" id="{3BD43478-4899-A6E0-FA7A-3539D9FDA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480" y="2905564"/>
            <a:ext cx="2418276" cy="241827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1B9D8B-4C6B-6313-8C70-15C582ACCB26}"/>
              </a:ext>
            </a:extLst>
          </p:cNvPr>
          <p:cNvSpPr txBox="1"/>
          <p:nvPr/>
        </p:nvSpPr>
        <p:spPr>
          <a:xfrm>
            <a:off x="2687467" y="1205468"/>
            <a:ext cx="2692302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AD 203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Fact Check: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UI extensibility on cloud and ABAP</a:t>
            </a:r>
          </a:p>
        </p:txBody>
      </p:sp>
      <p:pic>
        <p:nvPicPr>
          <p:cNvPr id="9" name="Picture 8" descr="A qr code with a logo&#10;&#10;AI-generated content may be incorrect.">
            <a:extLst>
              <a:ext uri="{FF2B5EF4-FFF2-40B4-BE49-F238E27FC236}">
                <a16:creationId xmlns:a16="http://schemas.microsoft.com/office/drawing/2014/main" id="{AC60D44D-55AA-210C-5A95-0DC922921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02" y="2905564"/>
            <a:ext cx="2418276" cy="241827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D24BA6-2504-99C4-87C9-3DADF944900D}"/>
              </a:ext>
            </a:extLst>
          </p:cNvPr>
          <p:cNvSpPr txBox="1"/>
          <p:nvPr/>
        </p:nvSpPr>
        <p:spPr>
          <a:xfrm>
            <a:off x="5545766" y="1205468"/>
            <a:ext cx="2983347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AD 106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The art of science of SAPUI5 in SAP Build</a:t>
            </a:r>
          </a:p>
        </p:txBody>
      </p:sp>
      <p:pic>
        <p:nvPicPr>
          <p:cNvPr id="12" name="Picture 11" descr="A qr code with a logo&#10;&#10;AI-generated content may be incorrect.">
            <a:extLst>
              <a:ext uri="{FF2B5EF4-FFF2-40B4-BE49-F238E27FC236}">
                <a16:creationId xmlns:a16="http://schemas.microsoft.com/office/drawing/2014/main" id="{7BC5DEEF-0C2C-5695-D626-A0C9630E01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7648" y="2905563"/>
            <a:ext cx="2418275" cy="241827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E77405-C5B7-A890-C3E7-BE4CAA4082AA}"/>
              </a:ext>
            </a:extLst>
          </p:cNvPr>
          <p:cNvSpPr txBox="1"/>
          <p:nvPr/>
        </p:nvSpPr>
        <p:spPr>
          <a:xfrm>
            <a:off x="8695111" y="1205468"/>
            <a:ext cx="2983347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AD820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Future of app dev in SAP Build: Simplifying clean core and </a:t>
            </a:r>
            <a:r>
              <a:rPr lang="en-US" sz="2000" kern="0" dirty="0" err="1">
                <a:solidFill>
                  <a:schemeClr val="bg1"/>
                </a:solidFill>
                <a:latin typeface="72 Brand" panose="020B0504030603020204" pitchFamily="34" charset="0"/>
              </a:rPr>
              <a:t>LoB</a:t>
            </a: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 extensions</a:t>
            </a:r>
          </a:p>
        </p:txBody>
      </p:sp>
    </p:spTree>
    <p:extLst>
      <p:ext uri="{BB962C8B-B14F-4D97-AF65-F5344CB8AC3E}">
        <p14:creationId xmlns:p14="http://schemas.microsoft.com/office/powerpoint/2010/main" val="2473250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3077F49-C86C-3EF0-ED50-F868B53025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tommy.vinh.lam@sap.com</a:t>
            </a:r>
            <a:endParaRPr lang="de-DE" dirty="0"/>
          </a:p>
          <a:p>
            <a:r>
              <a:rPr lang="de-DE" dirty="0" err="1"/>
              <a:t>daniel.schlachter@sap.com</a:t>
            </a:r>
            <a:endParaRPr lang="de-DE" dirty="0"/>
          </a:p>
          <a:p>
            <a:r>
              <a:rPr lang="de-DE" dirty="0" err="1"/>
              <a:t>cristian.voshage@sap.com</a:t>
            </a:r>
            <a:endParaRPr lang="de-DE" dirty="0"/>
          </a:p>
          <a:p>
            <a:r>
              <a:rPr lang="de-DE" dirty="0" err="1"/>
              <a:t>steffen.weinstock@sap.com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4C50BE-7DC4-693D-6D39-4994149FD7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166491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AGENDA" val="TOC TOCShowsSubsections Divider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True&quot; Source=&quot;Group 4&quot; Layer=&quot;Group 4&quot; /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True&quot; Source=&quot;Group 5&quot; Layer=&quot;Group 5&quot; /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True&quot; Source=&quot;Harvey 8&quot; Layer=&quot;Harvey 8&quot; /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d5f66dcd-7c8d-4661-849b-23a9587c15e3&quot; /&gt;"/>
  <p:tag name="SP_POWERSHAPE" val="&lt;PowerShapeTag ClassVersion=&quot;0&quot; GUID=&quot;81f1f80b-b882-418d-8bbb-9c38d8d27274&quot; IsConsolidated=&quot;False&quot; IsTopLevel=&quot;True&quot; Layer=&quot;Harvey 100&quot; Source=&quot;Harvey 100&quot; /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0/100 [0]&quot; Source=&quot;Harvey 100&quot; /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/100 [1]&quot; Source=&quot;Harvey 100&quot; /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/100 [2]&quot; Source=&quot;Harvey 100&quot; /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/100 [3]&quot; Source=&quot;Harvey 100&quot; /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/100 [4]&quot; Source=&quot;Harvey 100&quot; /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/100 [5]&quot; Source=&quot;Harvey 100&quot; /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/100 [6]&quot; Source=&quot;Harvey 100&quot; /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/100 [7]&quot; Source=&quot;Harvey 100&quot; /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/100 [8]&quot; Source=&quot;Harvey 100&quot; /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/100 [9]&quot; Source=&quot;Harvey 100&quot; /&gt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/100 [10]&quot; Source=&quot;Harvey 100&quot; /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1/100 [11]&quot; Source=&quot;Harvey 100&quot; /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2/100 [12]&quot; Source=&quot;Harvey 100&quot; /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3/100 [13]&quot; Source=&quot;Harvey 100&quot; /&gt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4/100 [14]&quot; Source=&quot;Harvey 100&quot; /&gt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5/100 [15]&quot; Source=&quot;Harvey 100&quot; /&gt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6/100 [16]&quot; Source=&quot;Harvey 100&quot; /&gt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7/100 [17]&quot; Source=&quot;Harvey 100&quot; /&gt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8/100 [18]&quot; Source=&quot;Harvey 100&quot; /&gt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9/100 [19]&quot; Source=&quot;Harvey 100&quot; /&gt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0/100 [20]&quot; Source=&quot;Harvey 100&quot; /&gt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1/100 [21]&quot; Source=&quot;Harvey 100&quot; /&gt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2/100 [22]&quot; Source=&quot;Harvey 100&quot; /&gt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3/100 [23]&quot; Source=&quot;Harvey 100&quot; /&gt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4/100 [24]&quot; Source=&quot;Harvey 100&quot; /&gt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5/100 [25]&quot; Source=&quot;Harvey 100&quot; /&gt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6/100 [26]&quot; Source=&quot;Harvey 100&quot; /&gt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7/100 [27]&quot; Source=&quot;Harvey 100&quot; /&gt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8/100 [28]&quot; Source=&quot;Harvey 100&quot; /&gt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9/100 [29]&quot; Source=&quot;Harvey 100&quot; /&gt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0/100 [30]&quot; Source=&quot;Harvey 100&quot; /&gt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1/100 [31]&quot; Source=&quot;Harvey 100&quot; /&gt;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2/100 [32]&quot; Source=&quot;Harvey 100&quot; /&gt;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3/100 [33]&quot; Source=&quot;Harvey 100&quot; /&gt;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4/100 [34]&quot; Source=&quot;Harvey 100&quot; /&gt;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5/100 [35]&quot; Source=&quot;Harvey 100&quot; /&gt;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6/100 [36]&quot; Source=&quot;Harvey 100&quot; /&gt;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7/100 [37]&quot; Source=&quot;Harvey 100&quot; /&gt;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8/100 [38]&quot; Source=&quot;Harvey 100&quot; /&gt;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9/100 [39]&quot; Source=&quot;Harvey 100&quot; /&gt;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0/100 [40]&quot; Source=&quot;Harvey 100&quot; /&gt;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1/100 [41]&quot; Source=&quot;Harvey 100&quot; /&gt;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2/100 [42]&quot; Source=&quot;Harvey 100&quot; /&gt;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3/100 [43]&quot; Source=&quot;Harvey 100&quot; /&gt;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4/100 [44]&quot; Source=&quot;Harvey 100&quot; /&gt;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5/100 [45]&quot; Source=&quot;Harvey 100&quot; /&gt;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6/100 [46]&quot; Source=&quot;Harvey 100&quot; /&gt;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7/100 [47]&quot; Source=&quot;Harvey 100&quot; /&gt;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8/100 [48]&quot; Source=&quot;Harvey 100&quot; /&gt;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9/100 [49]&quot; Source=&quot;Harvey 100&quot; /&gt;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0/100 [50]&quot; Source=&quot;Harvey 100&quot; /&gt;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1/100 [51]&quot; Source=&quot;Harvey 100&quot; /&gt;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2/100 [52]&quot; Source=&quot;Harvey 100&quot; /&gt;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3/100 [53]&quot; Source=&quot;Harvey 100&quot; /&gt;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4/100 [54]&quot; Source=&quot;Harvey 100&quot; /&gt;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5/100 [55]&quot; Source=&quot;Harvey 100&quot; /&gt;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6/100 [56]&quot; Source=&quot;Harvey 100&quot; /&gt;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7/100 [57]&quot; Source=&quot;Harvey 100&quot; /&gt;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8/100 [58]&quot; Source=&quot;Harvey 100&quot; /&gt;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9/100 [59]&quot; Source=&quot;Harvey 100&quot; /&gt;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0/100 [60]&quot; Source=&quot;Harvey 100&quot; /&gt;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1/100 [61]&quot; Source=&quot;Harvey 100&quot; /&gt;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2/100 [62]&quot; Source=&quot;Harvey 100&quot; /&gt;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3/100 [63]&quot; Source=&quot;Harvey 100&quot; /&gt;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4/100 [64]&quot; Source=&quot;Harvey 100&quot; /&gt;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5/100 [65]&quot; Source=&quot;Harvey 100&quot; /&gt;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6/100 [66]&quot; Source=&quot;Harvey 100&quot; /&gt;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7/100 [67]&quot; Source=&quot;Harvey 100&quot; /&gt;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8/100 [68]&quot; Source=&quot;Harvey 100&quot; /&gt;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9/100 [69]&quot; Source=&quot;Harvey 100&quot; /&gt;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0/100 [70]&quot; Source=&quot;Harvey 100&quot; /&gt;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1/100 [71]&quot; Source=&quot;Harvey 100&quot; /&gt;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2/100 [72]&quot; Source=&quot;Harvey 100&quot; /&gt;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3/100 [73]&quot; Source=&quot;Harvey 100&quot; /&gt;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4/100 [74]&quot; Source=&quot;Harvey 100&quot; /&gt;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5/100 [75]&quot; Source=&quot;Harvey 100&quot; /&gt;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6/100 [76]&quot; Source=&quot;Harvey 100&quot; /&gt;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7/100 [77]&quot; Source=&quot;Harvey 100&quot; /&gt;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8/100 [78]&quot; Source=&quot;Harvey 100&quot; /&gt;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9/100 [79]&quot; Source=&quot;Harvey 100&quot; /&gt;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0/100 [80]&quot; Source=&quot;Harvey 100&quot; /&gt;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1/100 [81]&quot; Source=&quot;Harvey 100&quot; /&gt;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2/100 [82]&quot; Source=&quot;Harvey 100&quot; /&gt;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3/100 [83]&quot; Source=&quot;Harvey 100&quot; /&gt;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4/100 [84]&quot; Source=&quot;Harvey 100&quot; /&gt;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5/100 [85]&quot; Source=&quot;Harvey 100&quot; /&gt;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6/100 [86]&quot; Source=&quot;Harvey 100&quot; /&gt;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7/100 [87]&quot; Source=&quot;Harvey 100&quot; /&gt;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8/100 [88]&quot; Source=&quot;Harvey 100&quot; /&gt;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9/100 [89]&quot; Source=&quot;Harvey 100&quot; /&gt;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0/100 [90]&quot; Source=&quot;Harvey 100&quot; /&gt;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1/100 [91]&quot; Source=&quot;Harvey 100&quot; /&gt;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2/100 [92]&quot; Source=&quot;Harvey 100&quot; /&gt;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3/100 [93]&quot; Source=&quot;Harvey 100&quot; /&gt;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4/100 [94]&quot; Source=&quot;Harvey 100&quot; /&gt;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5/100 [95]&quot; Source=&quot;Harvey 100&quot; /&gt;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6/100 [96]&quot; Source=&quot;Harvey 100&quot; /&gt;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7/100 [97]&quot; Source=&quot;Harvey 100&quot; /&gt;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8/100 [98]&quot; Source=&quot;Harvey 100&quot; /&gt;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9/100 [99]&quot; Source=&quot;Harvey 100&quot; /&gt;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0/100 [100]&quot; Source=&quot;Harvey 100&quot; /&gt;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0/8 [0]&quot; /&gt;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1/8 [1]&quot; /&gt;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2/8 [2]&quot; /&gt;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3/8 [3]&quot; /&gt;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4/8 [4]&quot; /&gt;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5/8 [5]&quot; /&gt;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6/8 [6]&quot; /&gt;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7/8 [7]&quot; /&gt;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8/8 [8]&quot; /&gt;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0/4 [0]&quot; /&gt;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1/4 [1]&quot; /&gt;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2/4 [2]&quot; /&gt;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3/4 [3]&quot; /&gt;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4/4 [4]&quot; /&gt;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0/3 [0]&quot; /&gt;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1/3 [1]&quot; /&gt;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2/3 [2]&quot; /&gt;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3/3 [3]&quot; /&gt;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P TechEd Template">
  <a:themeElements>
    <a:clrScheme name="SAP Colors 2023">
      <a:dk1>
        <a:srgbClr val="000000"/>
      </a:dk1>
      <a:lt1>
        <a:srgbClr val="FFFFFF"/>
      </a:lt1>
      <a:dk2>
        <a:srgbClr val="1B90FF"/>
      </a:dk2>
      <a:lt2>
        <a:srgbClr val="89D1FF"/>
      </a:lt2>
      <a:accent1>
        <a:srgbClr val="E76500"/>
      </a:accent1>
      <a:accent2>
        <a:srgbClr val="049F9A"/>
      </a:accent2>
      <a:accent3>
        <a:srgbClr val="36A41D"/>
      </a:accent3>
      <a:accent4>
        <a:srgbClr val="FA4F96"/>
      </a:accent4>
      <a:accent5>
        <a:srgbClr val="F31DED"/>
      </a:accent5>
      <a:accent6>
        <a:srgbClr val="7858FF"/>
      </a:accent6>
      <a:hlink>
        <a:srgbClr val="0070F2"/>
      </a:hlink>
      <a:folHlink>
        <a:srgbClr val="0070F2"/>
      </a:folHlink>
    </a:clrScheme>
    <a:fontScheme name="SAP 2023">
      <a:majorFont>
        <a:latin typeface="72 Brand Medium"/>
        <a:ea typeface=""/>
        <a:cs typeface=""/>
      </a:majorFont>
      <a:minorFont>
        <a:latin typeface="72 Brand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noFill/>
        <a:ln w="25400" algn="ctr">
          <a:solidFill>
            <a:schemeClr val="tx1"/>
          </a:solidFill>
          <a:miter lim="800000"/>
          <a:headEnd/>
          <a:tailEnd/>
        </a:ln>
      </a:spPr>
      <a:bodyPr lIns="90000" tIns="72000" rIns="90000" bIns="72000" rtlCol="0" anchor="ctr"/>
      <a:lstStyle>
        <a:defPPr marR="0" algn="ctr" defTabSz="91440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rgbClr val="F0AB00"/>
          </a:buClr>
          <a:buSzPct val="80000"/>
          <a:tabLst/>
          <a:defRPr kumimoji="0" sz="1800" b="0" i="0" u="none" strike="noStrike" kern="0" cap="none" spc="0" normalizeH="0" baseline="0" noProof="0" dirty="0" smtClean="0">
            <a:ln>
              <a:noFill/>
            </a:ln>
            <a:effectLst/>
            <a:uLnTx/>
            <a:uFillTx/>
            <a:latin typeface="+mn-lt"/>
            <a:ea typeface="72 Brand" pitchFamily="34" charset="-128"/>
            <a:cs typeface="72 Brand" pitchFamily="34" charset="-128"/>
          </a:defRPr>
        </a:defPPr>
      </a:lstStyle>
    </a:spDef>
    <a:lnDef>
      <a:spPr>
        <a:ln w="25400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fontAlgn="base">
          <a:spcBef>
            <a:spcPct val="50000"/>
          </a:spcBef>
          <a:spcAft>
            <a:spcPct val="0"/>
          </a:spcAft>
          <a:buClr>
            <a:schemeClr val="tx1"/>
          </a:buClr>
          <a:buSzPct val="100000"/>
          <a:defRPr sz="1800" kern="0" dirty="0" err="1" smtClean="0">
            <a:latin typeface="72 Brand" panose="020B0504030603020204" pitchFamily="34" charset="0"/>
            <a:ea typeface="72 Brand" pitchFamily="34" charset="-128"/>
            <a:cs typeface="72 Brand" pitchFamily="34" charset="-128"/>
          </a:defRPr>
        </a:defPPr>
      </a:lstStyle>
    </a:txDef>
  </a:objectDefaults>
  <a:extraClrSchemeLst/>
  <a:custClrLst>
    <a:custClr name="Blue 2">
      <a:srgbClr val="D1EFFF"/>
    </a:custClr>
    <a:custClr name="Blue 4">
      <a:srgbClr val="89D1FF"/>
    </a:custClr>
    <a:custClr name="Blue 6">
      <a:srgbClr val="1B90FF"/>
    </a:custClr>
    <a:custClr name="Blue 7">
      <a:srgbClr val="0070F2"/>
    </a:custClr>
    <a:custClr name="Blue 10">
      <a:srgbClr val="002A86"/>
    </a:custClr>
    <a:custClr name="Blue 11">
      <a:srgbClr val="00144A"/>
    </a:custClr>
    <a:custClr name="Mango 2">
      <a:srgbClr val="FFF3B8"/>
    </a:custClr>
    <a:custClr name="Mango 4">
      <a:srgbClr val="FFC933"/>
    </a:custClr>
    <a:custClr name="Mango 6">
      <a:srgbClr val="E76500"/>
    </a:custClr>
    <a:custClr name="Mango 7">
      <a:srgbClr val="C35500"/>
    </a:custClr>
    <a:custClr name="Mango 10">
      <a:srgbClr val="6D1900"/>
    </a:custClr>
    <a:custClr name="Mango 11">
      <a:srgbClr val="450B00"/>
    </a:custClr>
    <a:custClr name="Teal 2">
      <a:srgbClr val="C2FCEE"/>
    </a:custClr>
    <a:custClr name="Teal 4">
      <a:srgbClr val="2CE0BF"/>
    </a:custClr>
    <a:custClr name="Teal 6">
      <a:srgbClr val="049F9A"/>
    </a:custClr>
    <a:custClr name="Teal 7">
      <a:srgbClr val="07838F"/>
    </a:custClr>
    <a:custClr name="Teal 10">
      <a:srgbClr val="02414C"/>
    </a:custClr>
    <a:custClr name="Teal 11">
      <a:srgbClr val="012931"/>
    </a:custClr>
    <a:custClr name="Green 2">
      <a:srgbClr val="EBF5CB"/>
    </a:custClr>
    <a:custClr name="Green 4">
      <a:srgbClr val="97DD40"/>
    </a:custClr>
    <a:custClr name="Green 6">
      <a:srgbClr val="36A41D"/>
    </a:custClr>
    <a:custClr name="Green 7">
      <a:srgbClr val="188918"/>
    </a:custClr>
    <a:custClr name="Green 10">
      <a:srgbClr val="164323"/>
    </a:custClr>
    <a:custClr name="Green 11">
      <a:srgbClr val="0E2B16"/>
    </a:custClr>
    <a:custClr name="Red 2">
      <a:srgbClr val="FFD5EA"/>
    </a:custClr>
    <a:custClr name="Red 4">
      <a:srgbClr val="FF8CB2"/>
    </a:custClr>
    <a:custClr name="Red 6">
      <a:srgbClr val="EE3939"/>
    </a:custClr>
    <a:custClr name="Red 7">
      <a:srgbClr val="D20A0A"/>
    </a:custClr>
    <a:custClr name="Red 10">
      <a:srgbClr val="5A0404"/>
    </a:custClr>
    <a:custClr name="Red 11">
      <a:srgbClr val="350000"/>
    </a:custClr>
    <a:custClr name="Raspberry 2">
      <a:srgbClr val="FFDCE8"/>
    </a:custClr>
    <a:custClr name="Raspberry 4">
      <a:srgbClr val="FEADC8"/>
    </a:custClr>
    <a:custClr name="Raspberry 6">
      <a:srgbClr val="FA4F96"/>
    </a:custClr>
    <a:custClr name="Raspberry 7">
      <a:srgbClr val="DF1278"/>
    </a:custClr>
    <a:custClr name="Raspberry 10">
      <a:srgbClr val="71014B"/>
    </a:custClr>
    <a:custClr name="Raspberry 11">
      <a:srgbClr val="510136"/>
    </a:custClr>
    <a:custClr name="Pink 2">
      <a:srgbClr val="FFDCF3"/>
    </a:custClr>
    <a:custClr name="Pink 4">
      <a:srgbClr val="FF8AF0"/>
    </a:custClr>
    <a:custClr name="Pink 6">
      <a:srgbClr val="F31DED"/>
    </a:custClr>
    <a:custClr name="Pink 7">
      <a:srgbClr val="CC00DC"/>
    </a:custClr>
    <a:custClr name="Pink 10">
      <a:srgbClr val="510080"/>
    </a:custClr>
    <a:custClr name="Pink 11">
      <a:srgbClr val="28004A"/>
    </a:custClr>
    <a:custClr name="Indigo 2">
      <a:srgbClr val="E2D8FF"/>
    </a:custClr>
    <a:custClr name="Indigo 4">
      <a:srgbClr val="B894FF"/>
    </a:custClr>
    <a:custClr name="Indigo 6">
      <a:srgbClr val="7858FF"/>
    </a:custClr>
    <a:custClr name="Indigo 7">
      <a:srgbClr val="5D36FF"/>
    </a:custClr>
    <a:custClr name="Indigo 10">
      <a:srgbClr val="1C0C6E"/>
    </a:custClr>
    <a:custClr name="Indigo 11">
      <a:srgbClr val="0E0637"/>
    </a:custClr>
  </a:custClrLst>
  <a:extLst>
    <a:ext uri="{05A4C25C-085E-4340-85A3-A5531E510DB2}">
      <thm15:themeFamily xmlns:thm15="http://schemas.microsoft.com/office/thememl/2012/main" name="Präsentation2" id="{01206AD5-7FF8-9149-86AD-111A2DF73E08}" vid="{B3D77812-0129-7541-BDAD-2CC78A0A35F6}"/>
    </a:ext>
  </a:extLst>
</a:theme>
</file>

<file path=ppt/theme/theme2.xml><?xml version="1.0" encoding="utf-8"?>
<a:theme xmlns:a="http://schemas.openxmlformats.org/drawingml/2006/main" name="Office Theme">
  <a:themeElements>
    <a:clrScheme name="SAP_Colors2011_1.1">
      <a:dk1>
        <a:srgbClr val="000000"/>
      </a:dk1>
      <a:lt1>
        <a:srgbClr val="FFFFFF"/>
      </a:lt1>
      <a:dk2>
        <a:srgbClr val="0076CB"/>
      </a:dk2>
      <a:lt2>
        <a:srgbClr val="CCCCCC"/>
      </a:lt2>
      <a:accent1>
        <a:srgbClr val="F0AB00"/>
      </a:accent1>
      <a:accent2>
        <a:srgbClr val="666666"/>
      </a:accent2>
      <a:accent3>
        <a:srgbClr val="0076CB"/>
      </a:accent3>
      <a:accent4>
        <a:srgbClr val="4FB81C"/>
      </a:accent4>
      <a:accent5>
        <a:srgbClr val="E35500"/>
      </a:accent5>
      <a:accent6>
        <a:srgbClr val="760A85"/>
      </a:accent6>
      <a:hlink>
        <a:srgbClr val="666666"/>
      </a:hlink>
      <a:folHlink>
        <a:srgbClr val="CCCCCC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theme/theme3.xml><?xml version="1.0" encoding="utf-8"?>
<a:theme xmlns:a="http://schemas.openxmlformats.org/drawingml/2006/main" name="Office Theme">
  <a:themeElements>
    <a:clrScheme name="SAP_Colors2011">
      <a:dk1>
        <a:srgbClr val="000000"/>
      </a:dk1>
      <a:lt1>
        <a:srgbClr val="FFFFFF"/>
      </a:lt1>
      <a:dk2>
        <a:srgbClr val="00AFE3"/>
      </a:dk2>
      <a:lt2>
        <a:srgbClr val="CCCCCC"/>
      </a:lt2>
      <a:accent1>
        <a:srgbClr val="FDB913"/>
      </a:accent1>
      <a:accent2>
        <a:srgbClr val="626366"/>
      </a:accent2>
      <a:accent3>
        <a:srgbClr val="0082C9"/>
      </a:accent3>
      <a:accent4>
        <a:srgbClr val="4BBE44"/>
      </a:accent4>
      <a:accent5>
        <a:srgbClr val="B1D249"/>
      </a:accent5>
      <a:accent6>
        <a:srgbClr val="80298F"/>
      </a:accent6>
      <a:hlink>
        <a:srgbClr val="04357B"/>
      </a:hlink>
      <a:folHlink>
        <a:srgbClr val="999999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theme/themeOverride1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2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3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4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5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6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0FCFAFA-D3D3-1441-8101-DA629D03A5D9}">
  <we:reference id="b0692d11-e342-a550-cfba-e8c57e47b8f1" version="1.0.0.8" store="EXCatalog" storeType="EXCatalog"/>
  <we:alternateReferences/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E65AE667-A5F5-0F47-8627-5174A8B7EA47}">
  <we:reference id="b8d7a30b-109c-4c41-a1df-a6cb639730b5" version="2.0.0.5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distinct":false,"hideIfNoUserInteractionRequired":false,"required":true,"autoSelectFirstOption":false,"shareValue":false,"type":"dropDown","dataSourceName":"Classification","dataSourceFieldName":"Name","name":"Classification","label":"Select Classification"},{"required":false,"shareValue":false,"type":"datePicker","name":"Date","label":"D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],"formDataEntries":[]}]]></TemplafySlideFormConfiguration>
</file>

<file path=customXml/item3.xml><?xml version="1.0" encoding="utf-8"?>
<TemplafyTemplateConfiguration><![CDATA[{"elementsMetadata":[{"type":"shape","id":"3f0b8b37-260a-4498-93b8-315483b1dcd9","elementConfiguration":{"binding":"{{ DataSources.Classification[Form.Classification.Name].Display}}","type":"text","disableUpdates":false}},{"type":"shape","id":"290322f9-1797-4b4d-8043-942607235499","elementConfiguration":{"inheritDimensions":"{{InheritDimensions.InheritNone}}","width":"","height":"1 cm","image":"{{Form.SAPLogo.SubbrandBlue}}","visibility":"","type":"image","disableUpdates":false}},{"type":"shape","id":"74f902db-19ce-473e-a6ef-bfcbbe21a93e","elementConfiguration":{"binding":"{{Form.Classification.Display}}","visibility":"","type":"text","disableUpdates":false}},{"type":"shape","id":"15a0c36e-cfcd-42f4-8d96-f48f504a4dda","elementConfiguration":{"binding":"{{Form.Classification.Display}}","visibility":"","type":"text","disableUpdates":false}},{"type":"shape","id":"f018ab10-9877-4c1a-903d-8e20a0516ebf","elementConfiguration":{"inheritDimensions":"{{InheritDimensions.InheritNone}}","width":"","height":"1 cm","image":"{{Form.SAPLogo.SubbrandBlack}}","visibility":"","type":"image","disableUpdates":false}},{"type":"shape","id":"819aee73-a0a2-4380-a436-a557525fa29d","elementConfiguration":{"inheritDimensions":"{{InheritDimensions.InheritNone}}","width":"","height":"1 cm","image":"{{Form.SAPLogo.SubbrandWhite}}","visibility":"","type":"image","disableUpdates":false}},{"type":"shape","id":"281de79b-cce6-4308-a6d3-2c16a47ae934","elementConfiguration":{"binding":"{{Form.Classification.Display}}","visibility":"","type":"text","disableUpdates":false}},{"type":"shape","id":"31fb104a-4bd2-4be1-990c-9956a246a6a6","elementConfiguration":{"inheritDimensions":"{{InheritDimensions.InheritNone}}","width":"","height":"1 cm","image":"{{Form.SAPLogo.SubbrandBlue}}","visibility":"","type":"image","disableUpdates":false}},{"type":"shape","id":"dd500091-516e-4e09-935d-a8446760ab37","elementConfiguration":{"binding":"{{Form.Classification.Display}}","visibility":"","type":"text","disableUpdates":false}},{"type":"shape","id":"b86c6774-bfb5-42ce-af29-ad7c8e956cc6","elementConfiguration":{"inheritDimensions":"{{InheritDimensions.InheritNone}}","width":"","height":"1 cm","image":"{{Form.SAPLogo.SubbrandBlue}}","visibility":"","type":"image","disableUpdates":false}},{"type":"shape","id":"a4489086-5ad1-4eb9-8912-a3dfda15f59c","elementConfiguration":{"binding":"{{Form.Classification.Display}}","visibility":"","type":"text","disableUpdates":false}},{"type":"shape","id":"77d39480-6bb2-4f9e-b166-58e397c730ef","elementConfiguration":{"inheritDimensions":"{{InheritDimensions.InheritNone}}","width":"","height":"1 cm","image":"{{Form.SAPLogo.SubbrandBlue}}","visibility":"","type":"image","disableUpdates":false}},{"type":"shape","id":"c215a143-e24c-42fe-8717-bcd7348f576e","elementConfiguration":{"binding":"{{Form.Classification.Display}}","visibility":"","type":"text","disableUpdates":false}},{"type":"shape","id":"4df62b98-d4a2-4d63-b8e0-3801bf727202","elementConfiguration":{"inheritDimensions":"{{InheritDimensions.InheritNone}}","width":"","height":"1 cm","image":"{{Form.SAPLogo.SubbrandWhite}}","visibility":"","type":"image","disableUpdates":false}},{"type":"shape","id":"8cba19fe-2e13-48e5-b14b-92c3761b1d34","elementConfiguration":{"binding":"{{Form.Classification.Display}}","visibility":"","type":"text","disableUpdates":false}},{"type":"shape","id":"27f15a2f-efbf-4b45-a883-cb50c003bc42","elementConfiguration":{"binding":"{{DataSources.PPTCopyRight[\"Slide 5 copyright\"].CopyrightMessage}}","visibility":"","type":"text","disableUpdates":false}},{"type":"shape","id":"c55a38a9-de1b-495a-8b58-131e1d52fd54","elementConfiguration":{"inheritDimensions":"{{InheritDimensions.InheritNone}}","width":"","height":"1 cm","image":"{{Form.SAPLogo.SubbrandBlack}}","visibility":"","type":"image","disableUpdates":false}},{"type":"shape","id":"874250cf-0daf-4fd4-8228-464988deba1e","elementConfiguration":{"binding":"{{Form.Classification.Display}}","visibility":"","type":"text","disableUpdates":false}},{"type":"shape","id":"d4065cf0-3d7d-4421-8dd7-4a927a682008","elementConfiguration":{"inheritDimensions":"{{InheritDimensions.InheritNone}}","width":"","height":"1 cm","image":"{{Form.SAPLogo.SubbrandWhite}}","visibility":"","type":"image","disableUpdates":false}},{"type":"shape","id":"79cac289-6949-46c4-afc6-3b10b6515444","elementConfiguration":{"binding":"{{Form.Classification.Display}}","visibility":"","type":"text","disableUpdates":false}},{"type":"shape","id":"65841d7c-a25a-482e-8a0b-399fe2060e85","elementConfiguration":{"inheritDimensions":"{{InheritDimensions.InheritNone}}","width":"","height":"1 cm","image":"{{Form.SAPLogo.SubbrandBlack}}","visibility":"","type":"image","disableUpdates":false}},{"type":"shape","id":"9a099f80-0352-4bc9-9d82-a824546006f3","elementConfiguration":{"binding":"{{Form.Classification.Display}}","visibility":"","type":"text","disableUpdates":false}},{"type":"shape","id":"a0696034-9670-4d7b-a80a-e5801256b450","elementConfiguration":{"inheritDimensions":"{{InheritDimensions.InheritNone}}","width":"","height":"1 cm","image":"{{Form.SAPLogo.SubbrandWhite}}","visibility":"","type":"image","disableUpdates":false}},{"type":"shape","id":"efe1d89f-eade-44b0-a576-0c0f42301897","elementConfiguration":{"binding":"{{Form.Classification.Display}}","visibility":"","type":"text","disableUpdates":false}},{"type":"shape","id":"57053213-140f-42e4-b279-3aff034a8e0b","elementConfiguration":{"inheritDimensions":"{{InheritDimensions.InheritNone}}","width":"","height":"1 cm","image":"{{Form.SAPLogo.SubbrandWhite}}","visibility":"","type":"image","disableUpdates":false}},{"type":"shape","id":"d79d039e-49b3-4324-b9e4-2a15bf644364","elementConfiguration":{"binding":"{{Form.Classification.Display}}","visibility":"","type":"text","disableUpdates":false}},{"type":"shape","id":"c329a080-8cac-45b3-9090-29e32358fc6a","elementConfiguration":{"binding":"{{StringJoin(\", \", Form.SpeakerName,\"SAP\")}}","type":"text","disableUpdates":false}},{"type":"shape","id":"036a9aaf-43e1-4444-ab2f-2c19850121cf","elementConfiguration":{"binding":"{{FormatDateTime(Form.Date,\"MMMM dd, yyyy\",\"en-US\")}}","type":"text","disableUpdates":false}},{"type":"shape","id":"473c97bd-6527-4a05-b5f4-5c152564332e","elementConfiguration":{"binding":"{{StringJoin(\", \", Form.SpeakerName,\"SAP\")}}","type":"text","disableUpdates":false}},{"type":"shape","id":"759f30db-fd7e-4644-9268-245a52a87c4a","elementConfiguration":{"binding":"{{FormatDateTime(Form.Date,\"MMMM dd, yyyy\",\"en-US\")}}","type":"text","disableUpdates":false}},{"type":"shape","id":"fde02d00-ce80-4365-9d9b-bf7e02a1508f","elementConfiguration":{"binding":"{{StringJoin(\", \", Form.SpeakerName,\"SAP\")}}","type":"text","disableUpdates":false}},{"type":"shape","id":"cbb0b46e-43e3-433e-b41e-bd146292a8c7","elementConfiguration":{"binding":"{{FormatDateTime(Form.Date,\"MMMM dd, yyyy\",\"en-US\")}}","type":"text","disableUpdates":false}},{"type":"shape","id":"fc45eda2-9531-4c18-9e5b-851b689cb53d","elementConfiguration":{"binding":"{{StringJoin(\", \", Form.SpeakerName,\"SAP\")}}","type":"text","disableUpdates":false}},{"type":"shape","id":"075e6c73-5362-4a19-b37f-56f1675ff574","elementConfiguration":{"binding":"{{FormatDateTime(Form.Date,\"MMMM dd, yyyy\",\"en-US\")}}","type":"text","disableUpdates":false}},{"type":"shape","id":"52894cf0-968a-4afd-9cde-8550dd0fba68","elementConfiguration":{"binding":"{{StringJoin(\", \", Form.SpeakerName,\"SAP\")}}","type":"text","disableUpdates":false}},{"type":"shape","id":"8f89bd7f-10f8-43e3-8d2c-478085b4aae4","elementConfiguration":{"binding":"{{FormatDateTime(Form.Date,\"MMMM dd, yyyy\",\"en-US\")}}","type":"text","disableUpdates":false}},{"type":"shape","id":"8d9e1e6e-f3bd-4759-9efc-58b4b54479c2","elementConfiguration":{"binding":"{{StringJoin(\", \", Form.SpeakerName,\"SAP\")}}","type":"text","disableUpdates":false}},{"type":"shape","id":"416bc492-2ab1-4b95-8e4d-7e2d411f8372","elementConfiguration":{"binding":"{{FormatDateTime(Form.Date,\"MMMM dd, yyyy\",\"en-US\")}}","type":"text","disableUpdates":false}},{"type":"shape","id":"91ea2ed7-0f81-4e49-99ea-28c092a71883","elementConfiguration":{"binding":"{{Form.SpeakerName}}","type":"text","disableUpdates":false}},{"type":"shape","id":"3698467b-0ce9-4ef0-a8f2-89030f025514","elementConfiguration":{"binding":"{{Form.Email}}","type":"text","disableUpdates":false}}],"transformationConfigurations":[],"templateName":"SAP Template NEW","templateDescription":"","enableDocumentContentUpdater":true,"version":"2.0"}]]></TemplafyTemplateConfiguration>
</file>

<file path=customXml/item4.xml><?xml version="1.0" encoding="utf-8"?>
<Templafy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distinct":false,"hideIfNoUserInteractionRequired":false,"required":true,"autoSelectFirstOption":false,"shareValue":false,"type":"dropDown","dataSourceName":"Classification","dataSourceFieldName":"Name","name":"Classification","label":"Select Classification"},{"required":false,"shareValue":false,"type":"datePicker","name":"Date","label":"D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placeholder":"","lines":1,"defaultValue":"{{UserProfile.Email}}","shareValue":false,"type":"textBox","name":"Email","label":"Email"}],"formDataEntries":[{"name":"SAPLogo","value":"pxB0tb4qiCEYCgGk2fAV86fXsKRk9ZMKiRC3VaLJ5C8="},{"name":"Classification","value":"OmrOP8d402txjl1Zr787gUA6bTWeMdaxGEF9U5BKD64="},{"name":"SpeakerName","value":"YnPwfaWtJd9yqRikMcavEg=="},{"name":"Email","value":"v35+JSpO6F5yjM5PrFdVwQ=="}]}]]></TemplafyFormConfiguration>
</file>

<file path=customXml/item5.xml><?xml version="1.0" encoding="utf-8"?>
<TemplafySlideTemplateConfiguration><![CDATA[{"slideVersion":17,"isValidatorEnabled":false,"isLocked":false,"elementsMetadata":[],"slideId":"638331234102931200","enableDocumentContentUpdater":false,"version":"2.0"}]]></TemplafySlideTemplateConfiguration>
</file>

<file path=customXml/item6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DB854BE305DB4C957C49B2472BEADE" ma:contentTypeVersion="9" ma:contentTypeDescription="Create a new document." ma:contentTypeScope="" ma:versionID="ef417df0e8fc2cec8a5426781a4ca8bf">
  <xsd:schema xmlns:xsd="http://www.w3.org/2001/XMLSchema" xmlns:xs="http://www.w3.org/2001/XMLSchema" xmlns:p="http://schemas.microsoft.com/office/2006/metadata/properties" xmlns:ns2="e04054ec-1ed4-4285-8c8c-94e226392eff" targetNamespace="http://schemas.microsoft.com/office/2006/metadata/properties" ma:root="true" ma:fieldsID="ba5916d5857017b71e1a7c4fc9e1a8f1" ns2:_="">
    <xsd:import namespace="e04054ec-1ed4-4285-8c8c-94e226392eff"/>
    <xsd:element name="properties">
      <xsd:complexType>
        <xsd:sequence>
          <xsd:element name="documentManagement">
            <xsd:complexType>
              <xsd:all>
                <xsd:element ref="ns2:Contents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4054ec-1ed4-4285-8c8c-94e226392eff" elementFormDefault="qualified">
    <xsd:import namespace="http://schemas.microsoft.com/office/2006/documentManagement/types"/>
    <xsd:import namespace="http://schemas.microsoft.com/office/infopath/2007/PartnerControls"/>
    <xsd:element name="Contents" ma:index="8" nillable="true" ma:displayName="Contents" ma:format="Dropdown" ma:internalName="Contents">
      <xsd:simpleType>
        <xsd:restriction base="dms:Note">
          <xsd:maxLength value="255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ents xmlns="e04054ec-1ed4-4285-8c8c-94e226392eff" xsi:nil="true"/>
  </documentManagement>
</p:properties>
</file>

<file path=customXml/item9.xml><?xml version="1.0" encoding="utf-8"?>
<TemplafySlideTemplateConfiguration><![CDATA[{"slideVersion":18,"isValidatorEnabled":false,"isLocked":false,"elementsMetadata":[{"type":"shape","elementConfiguration":{"binding":"{{StringJoin(\", \", Form.SpeakerName,\"SAP\")}}","type":"text","disableUpdates":false}},{"type":"shape","elementConfiguration":{"binding":"{{FormatDateTime(Form.Date,\"MMMM dd, yyyy\",\"en-US\")}}","type":"text","disableUpdates":false}},{"type":"shape","elementConfiguration":{"inheritDimensions":"{{InheritDimensions.InheritNone}}","width":"","height":"1 cm","image":"{{Form.SAPLogo.SubbrandWhite}}","visibility":"","type":"image","disableUpdates":false}},{"type":"shape","elementConfiguration":{"binding":"{{Form.Classification.Display}}","visibility":"","type":"text","disableUpdates":false}}],"slideId":"638331234102692406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7F6898E6-9ADD-4538-B0E5-FC21C8DB6903}">
  <ds:schemaRefs/>
</ds:datastoreItem>
</file>

<file path=customXml/itemProps2.xml><?xml version="1.0" encoding="utf-8"?>
<ds:datastoreItem xmlns:ds="http://schemas.openxmlformats.org/officeDocument/2006/customXml" ds:itemID="{77EBBC25-7217-6047-A6FE-6E3834623618}">
  <ds:schemaRefs/>
</ds:datastoreItem>
</file>

<file path=customXml/itemProps3.xml><?xml version="1.0" encoding="utf-8"?>
<ds:datastoreItem xmlns:ds="http://schemas.openxmlformats.org/officeDocument/2006/customXml" ds:itemID="{626BBCBB-1894-4E66-BA48-9E91CE3ACBA0}">
  <ds:schemaRefs/>
</ds:datastoreItem>
</file>

<file path=customXml/itemProps4.xml><?xml version="1.0" encoding="utf-8"?>
<ds:datastoreItem xmlns:ds="http://schemas.openxmlformats.org/officeDocument/2006/customXml" ds:itemID="{CC49FFC8-2FF3-4057-96F0-3BCD1A4F0351}">
  <ds:schemaRefs/>
</ds:datastoreItem>
</file>

<file path=customXml/itemProps5.xml><?xml version="1.0" encoding="utf-8"?>
<ds:datastoreItem xmlns:ds="http://schemas.openxmlformats.org/officeDocument/2006/customXml" ds:itemID="{97E3BD22-8559-41C7-B32B-85AADBCE3220}">
  <ds:schemaRefs/>
</ds:datastoreItem>
</file>

<file path=customXml/itemProps6.xml><?xml version="1.0" encoding="utf-8"?>
<ds:datastoreItem xmlns:ds="http://schemas.openxmlformats.org/officeDocument/2006/customXml" ds:itemID="{57F995F1-7E5F-4BD4-990D-BAACF22278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04054ec-1ed4-4285-8c8c-94e226392e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7.xml><?xml version="1.0" encoding="utf-8"?>
<ds:datastoreItem xmlns:ds="http://schemas.openxmlformats.org/officeDocument/2006/customXml" ds:itemID="{291DCB28-1C52-4C0E-804A-6BD2D3F0FB8D}">
  <ds:schemaRefs>
    <ds:schemaRef ds:uri="http://schemas.microsoft.com/sharepoint/v3/contenttype/forms"/>
  </ds:schemaRefs>
</ds:datastoreItem>
</file>

<file path=customXml/itemProps8.xml><?xml version="1.0" encoding="utf-8"?>
<ds:datastoreItem xmlns:ds="http://schemas.openxmlformats.org/officeDocument/2006/customXml" ds:itemID="{C1422F45-04DB-421D-8796-270006657806}">
  <ds:schemaRefs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e04054ec-1ed4-4285-8c8c-94e226392eff"/>
    <ds:schemaRef ds:uri="http://purl.org/dc/dcmitype/"/>
    <ds:schemaRef ds:uri="http://purl.org/dc/terms/"/>
    <ds:schemaRef ds:uri="http://schemas.microsoft.com/office/2006/metadata/properties"/>
    <ds:schemaRef ds:uri="http://purl.org/dc/elements/1.1/"/>
  </ds:schemaRefs>
</ds:datastoreItem>
</file>

<file path=customXml/itemProps9.xml><?xml version="1.0" encoding="utf-8"?>
<ds:datastoreItem xmlns:ds="http://schemas.openxmlformats.org/officeDocument/2006/customXml" ds:itemID="{E592BBB8-4E80-3C45-BEE9-486ED596EB3C}">
  <ds:schemaRefs/>
</ds:datastoreItem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SAP_TechEd_2025_Template_PUBLIC</Template>
  <TotalTime>19639</TotalTime>
  <Words>804</Words>
  <Application>Microsoft Macintosh PowerPoint</Application>
  <PresentationFormat>Custom</PresentationFormat>
  <Paragraphs>97</Paragraphs>
  <Slides>7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Courier New</vt:lpstr>
      <vt:lpstr>72 Brand Medium</vt:lpstr>
      <vt:lpstr>Symbol</vt:lpstr>
      <vt:lpstr>Arial Unicode MS</vt:lpstr>
      <vt:lpstr>Arial</vt:lpstr>
      <vt:lpstr>Wingdings</vt:lpstr>
      <vt:lpstr>72 Brand</vt:lpstr>
      <vt:lpstr>Wingdings</vt:lpstr>
      <vt:lpstr>SAP TechEd Template</vt:lpstr>
      <vt:lpstr>think-cell Slide</vt:lpstr>
      <vt:lpstr>AD260 UI extensibility on cloud and ABAP: What's in it for you</vt:lpstr>
      <vt:lpstr>SAP Build helps you deliver results 3x faster. Build where your business lives, in the context of your applications, data, and AI.</vt:lpstr>
      <vt:lpstr>SAPUI5 is SAP’s standard UI framework of choice</vt:lpstr>
      <vt:lpstr>Choose the path to the UI extension based on your needs</vt:lpstr>
      <vt:lpstr>Hands on!</vt:lpstr>
      <vt:lpstr>PowerPoint Presentation</vt:lpstr>
      <vt:lpstr>PowerPoint Presentation</vt:lpstr>
    </vt:vector>
  </TitlesOfParts>
  <Manager/>
  <Company>SAP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Voshage, Christian</dc:creator>
  <cp:keywords/>
  <dc:description/>
  <cp:lastModifiedBy>Voshage, Christian</cp:lastModifiedBy>
  <cp:revision>4</cp:revision>
  <dcterms:created xsi:type="dcterms:W3CDTF">2025-09-25T08:20:14Z</dcterms:created>
  <dcterms:modified xsi:type="dcterms:W3CDTF">2025-11-04T08:35:51Z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1101452479</vt:i4>
  </property>
  <property fmtid="{D5CDD505-2E9C-101B-9397-08002B2CF9AE}" pid="3" name="_NewReviewCycle">
    <vt:lpwstr/>
  </property>
  <property fmtid="{D5CDD505-2E9C-101B-9397-08002B2CF9AE}" pid="4" name="_EmailSubject">
    <vt:lpwstr>SAP - PPT Exploration (Updated)</vt:lpwstr>
  </property>
  <property fmtid="{D5CDD505-2E9C-101B-9397-08002B2CF9AE}" pid="5" name="_PreviousAdHocReviewCycleID">
    <vt:i4>1357826825</vt:i4>
  </property>
  <property fmtid="{D5CDD505-2E9C-101B-9397-08002B2CF9AE}" pid="6" name="ContentTypeId">
    <vt:lpwstr>0x01010033DB854BE305DB4C957C49B2472BEADE</vt:lpwstr>
  </property>
  <property fmtid="{D5CDD505-2E9C-101B-9397-08002B2CF9AE}" pid="7" name="TemplafyTimeStamp">
    <vt:lpwstr>2024-09-17T07:55:49</vt:lpwstr>
  </property>
  <property fmtid="{D5CDD505-2E9C-101B-9397-08002B2CF9AE}" pid="8" name="TemplafyTenantId">
    <vt:lpwstr>sap</vt:lpwstr>
  </property>
  <property fmtid="{D5CDD505-2E9C-101B-9397-08002B2CF9AE}" pid="9" name="TemplafyTemplateId">
    <vt:lpwstr>743088030174412800</vt:lpwstr>
  </property>
  <property fmtid="{D5CDD505-2E9C-101B-9397-08002B2CF9AE}" pid="10" name="TemplafyUserProfileId">
    <vt:lpwstr>637653955260011855</vt:lpwstr>
  </property>
  <property fmtid="{D5CDD505-2E9C-101B-9397-08002B2CF9AE}" pid="11" name="TemplafyLanguageCode">
    <vt:lpwstr>en-US</vt:lpwstr>
  </property>
  <property fmtid="{D5CDD505-2E9C-101B-9397-08002B2CF9AE}" pid="12" name="TemplafyFromBlank">
    <vt:bool>false</vt:bool>
  </property>
  <property fmtid="{D5CDD505-2E9C-101B-9397-08002B2CF9AE}" pid="13" name="MediaServiceImageTags">
    <vt:lpwstr/>
  </property>
  <property fmtid="{D5CDD505-2E9C-101B-9397-08002B2CF9AE}" pid="14" name="Order">
    <vt:lpwstr>272900.000000000</vt:lpwstr>
  </property>
  <property fmtid="{D5CDD505-2E9C-101B-9397-08002B2CF9AE}" pid="15" name="xd_ProgID">
    <vt:lpwstr/>
  </property>
  <property fmtid="{D5CDD505-2E9C-101B-9397-08002B2CF9AE}" pid="16" name="_SourceUrl">
    <vt:lpwstr/>
  </property>
  <property fmtid="{D5CDD505-2E9C-101B-9397-08002B2CF9AE}" pid="17" name="_SharedFileIndex">
    <vt:lpwstr/>
  </property>
  <property fmtid="{D5CDD505-2E9C-101B-9397-08002B2CF9AE}" pid="18" name="ComplianceAssetId">
    <vt:lpwstr/>
  </property>
  <property fmtid="{D5CDD505-2E9C-101B-9397-08002B2CF9AE}" pid="19" name="TemplateUrl">
    <vt:lpwstr/>
  </property>
  <property fmtid="{D5CDD505-2E9C-101B-9397-08002B2CF9AE}" pid="20" name="_ExtendedDescription">
    <vt:lpwstr/>
  </property>
  <property fmtid="{D5CDD505-2E9C-101B-9397-08002B2CF9AE}" pid="21" name="TriggerFlowInfo">
    <vt:lpwstr/>
  </property>
  <property fmtid="{D5CDD505-2E9C-101B-9397-08002B2CF9AE}" pid="22" name="xd_Signature">
    <vt:lpwstr/>
  </property>
</Properties>
</file>